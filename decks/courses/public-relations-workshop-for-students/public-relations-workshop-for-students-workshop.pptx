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2ee6acc-f85e-68c1-7fc2-a6bff84351ce}">
          <p14:sldIdLst>
            <p14:sldId id="256"/>
            <p14:sldId id="257"/>
          </p14:sldIdLst>
        </p14:section>
        <p14:section name="Day 1" id="{781084bb-f797-de9e-14c6-4bb4f24b8d27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ec1f0ed8-73e8-5cc1-438a-d9d1e80100d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1403511d-c025-0e0b-774e-e5df1021cb5e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e3701672-c95f-17c6-6c03-4c66d4d797fc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of PR fundamentals for a university immersion week. Students study real coverage, sit in the editor's chair, argue through ethics cases and map their own career path. It's conceptual by design. The hands-on writing and pitching lab is the practical PR workshop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What PR is and how media works. Deliverable: A one-page definition of PR in the student's own words, plus a ranked list of what made pitches run or fail in the editor exercise.
Day 2, Earned media, credibility and ethics. Deliverable: A coverage audit of one real campaign and a short ethics memo explaining the call on one disclosure case.
Day 3, Careers, corporate comms and AI search. Deliverable: A personal comms career map and an AI search audit showing which outlets shape what assistants say about one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their own definition of PR, then test it against ten real examples. Most first drafts describe advertising. By the end of the session they don't.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sort 30 real brand activities into PR, marketing or advertising and defend the edge cases, such as a sponsored podcast or a paid KOL thread.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from reporter to editor, how a story gets assigned, what a news meeting sounds like and why most pitches never get a reply.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act as editors of a business desk. They get 20 incoming pitches, pick three to run and explain what made the other 17 fail.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one-page definition of PR in the student's own words, plus a ranked list of what made pitches run or fail in the editor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tell them apart on the page: bylines, labels, disclosure lines and where the article sits on the site. The Bullieverse raise shows earned and sponsored coverage of the same news.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takes one real campaign, such as RARI Chain in CoinDesk, The Block and Cointelegraph the same week, and maps the outlets, the angle and why it ran.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short cases: an undisclosed paid post, a ghostwritten op-ed, an exaggerated user number, an embargo break, a request to delete a story, a journalist offered a gift.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argue for and against publishing in two of the cases. The rest of the room votes, then hears what disclosure rules would actually require.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A coverage audit of one real campaign and a short ethics memo explaining the call on one disclosure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relations, internal comms, investor relations, crisis and public affairs. What each one does on a Tuesday and which skills it rewards.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 versus in-house, generalist versus sector specialist, and how a portfolio of writing beats a list of courses. Shilika's own route from Toastmasters to CoinMarketCap and Myosin is one example, not a template.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ChatGPT and Perplexity about a brand they know, then trace every outlet cited in the answers. They compare that list with what the brand publishes itself.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present their audit findings, then plan the next step: an internship, a student publication, or the practical PR workshop where they write and pitch.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personal comms career map and an AI search audit showing which outlets shape what assistants say about one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Taught "Mastering the ABCs of Web3 PR" at India Blockchain Week 2024 and moderated its PR panel.
- Spoke to students at SJCC, Bengaluru, on Web3 and blockchain in August 2026.
- Ran a PR workshop for the XRPL Labs Accelerator with Tenity and presented in the Myosin Learns series.
- Has worked both sides of the interview: APAC PR lead at Myosin, previously at CoinMarketCap, and an interviewer for CryptoDaily UK at TOKEN2049 and Solana Breakpoint.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https://www.shilikajain.com/courses/public-relations-workshop-for-students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fundamentals workshop for students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ideas behind the job: what PR is, how newsrooms decide, where the ethical lines sit and how careers in comms start.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 is and how media works</a:t>
            </a:r>
            <a:endParaRPr lang="en-US" sz="22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 in one definition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PR, marketing and advertising sort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Inside a newsroom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editor's chair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media, credibility and ethics</a:t>
            </a:r>
            <a:endParaRPr lang="en-US" sz="22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Earned, owned, sponsored, paid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Coverage teardown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Ethics and disclosure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Debate: should this have run?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Careers, corporate comms and AI search</a:t>
            </a:r>
            <a:endParaRPr lang="en-US" sz="22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five jobs inside comms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PR careers start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search audit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PR lens and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What PR is and how media works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one-page definition of PR in the student's own words, plus a ranked list of what made pitches run or fail in the editor exercise.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in one definition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write their own definition of PR, then test it against ten real examples. Most first drafts describe advertising. By the end of the session they don't.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PR, marketing and advertising sort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Groups sort 30 real brand activities into PR, marketing or advertising and defend the edge cases, such as a sponsored podcast or a paid KOL thread.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Inside a newsroom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Roles from reporter to editor, how a story gets assigned, what a news meeting sounds like and why most pitches never get a reply.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editor's chair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act as editors of a business desk. They get 20 incoming pitches, pick three to run and explain what made the other 17 fail.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one-page definition of PR in the student's own words, plus a ranked list of what made pitches run or fail in the editor exercise.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Earned media, credibility and ethics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coverage audit of one real campaign and a short ethics memo explaining the call on one disclosure case.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owned, sponsored, paid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How to tell them apart on the page: bylines, labels, disclosure lines and where the article sits on the site. The Bullieverse raise shows earned and sponsored coverage of the same news.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Coverage teardown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group takes one real campaign, such as RARI Chain in CoinDesk, The Block and Cointelegraph the same week, and maps the outlets, the angle and why it ran.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Ethics and disclosure cases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Six short cases: an undisclosed paid post, a ghostwritten op-ed, an exaggerated user number, an embargo break, a request to delete a story, a journalist offered a gift.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Debate: should this have run?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argue for and against publishing in two of the cases. The rest of the room votes, then hears what disclosure rules would actually require.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coverage audit of one real campaign and a short ethics memo explaining the call on one disclosure case.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Careers, corporate comms and AI search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personal comms career map and an AI search audit showing which outlets shape what assistants say about one brand.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five jobs inside comms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Media relations, internal comms, investor relations, crisis and public affairs. What each one does on a Tuesday and which skills it rewards.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PR careers start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Agency versus in-house, generalist versus sector specialist, and how a portfolio of writing beats a list of courses. Shilika's own route from Toastmasters to CoinMarketCap and Myosin is one example, not a template.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AI search audit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ask ChatGPT and Perplexity about a brand they know, then trace every outlet cited in the answers. They compare that list with what the brand publishes itself.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PR lens and next steps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present their audit findings, then plan the next step: an internship, a student publication, or the practical PR workshop where they write and pitch.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 comms career map and an AI search audit showing which outlets shape what assistants say about one brand.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one-page definition of PR in the student's own words, plus a ranked list of what made pitches run or fail in the editor exercise.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coverage audit of one real campaign and a short ethics memo explaining the call on one disclosure case.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personal comms career map and an AI search audit showing which outlets shape what assistants say about one brand.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Taught "Mastering the ABCs of Web3 PR" at India Blockchain Week 2024 and moderated its PR panel.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Spoke to students at SJCC, Bengaluru, on Web3 and blockchain in August 2026.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a PR workshop for the XRPL Labs Accelerator with Tenity and presented in the Myosin Learns series.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Has worked both sides of the interview: APAC PR lead at Myosin, previously at CoinMarketCap, and an interviewer for CryptoDaily UK at TOKEN2049 and Solana Breakpoint.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shilikajain.com/courses/public-relations-workshop-for-students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three-day workshop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