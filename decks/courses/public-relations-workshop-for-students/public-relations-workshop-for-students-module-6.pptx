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84b7101-b4c4-d901-1335-9c11ebfa9cbe}">
          <p14:sldIdLst>
            <p14:sldId id="256"/>
            <p14:sldId id="257"/>
          </p14:sldIdLst>
        </p14:section>
        <p14:section name="Teaching" id="{f715a19a-34a5-a26b-ea00-138d36bda365}">
          <p14:sldIdLst>
            <p14:sldId id="258"/>
            <p14:sldId id="259"/>
            <p14:sldId id="260"/>
            <p14:sldId id="261"/>
            <p14:sldId id="262"/>
          </p14:sldIdLst>
        </p14:section>
        <p14:section name="Activity" id="{82cabd78-7c8e-cd36-abb3-91ddbad3aab1}">
          <p14:sldIdLst>
            <p14:sldId id="263"/>
          </p14:sldIdLst>
        </p14:section>
        <p14:section name="Quiz" id="{cd7e44ef-aacb-4fe9-8e7a-4f6f756f69d6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cap" id="{54f9ce37-8fb5-1594-498f-44ebc3cc07be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ChatGPT, Perplexity and Google AI Overviews pick sources, why earned coverage in trusted outlets now feeds AI answers, and what GEO and AEO mean for PR.
Cadence: 6 weekly modules. 75 minutes live, plus about 90 minutes of reading and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6: How ChatGPT, Perplexity and Google AI Overviews pick sources, why earned coverage in trusted outlets now feeds AI answers, and what GEO and AEO mean for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Elastos commissioned research showing 67% of Nigerians trusted Bitcoin for life savings over traditional methods, and Cryptonews ran the finding as its own story. Original data gives reporters something new to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ChatGPT, Perplexity and Google AI Overviews answer questions by citing articles. The outlets that cover a brand now shape what AI tells people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with four questions for any story you read: who earned it, who paid, who benefits, and what would an AI assistant repeat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ask ChatGPT and Perplexity about a brand they know, then trace every outlet cited in the answers. They compare that list with what the brand publishes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present their audit findings, then plan the next step: an internship, a student publication, or the practical PR workshop where they write and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Ask two AI assistants the same five questions about one brand. List every source they cite and compare it with the brand's own website and newsroom.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AI assistants often cite trusted publications when they answer 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AI assistants often cite trusted publications when they answer questions
Why: Assistants lean on sources they consider credible. Coverage in those outlets shapes what they repeat about a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A clear finding reporters could lead with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A clear finding reporters could lead with
Why: A single clear data point is easy to headline in any language, so each edition could run it on its own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Earn fresh coverage in outlets the assistant already cites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Earn fresh coverage in outlets the assistant already cites
Why: Assistants repeat sources they treat as credible. New earned coverage in those outlets gives them something more current to cite than the brand's own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brief: A reputation audit of one real organisation: how it describes itself, how earned and sponsored coverage describe it, which outlets AI assistants cite about it, one ethics risk and a career reflection on which comms role suits you. Shilika reviews each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6 OF 6 · PR FUNDAMENTALS WORKSHOP FOR STUDENTS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PR in the age of AI search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AI assistants learn what to say about a brand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ChatGPT, Perplexity and Google AI Overviews pick sources, why earned coverage in trusted outlets now feeds AI answers, and what GEO and AEO mean for PR.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Research can be news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AI search changes the job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Your PR lens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AI search audit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The PR lens and next steps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Research can be news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Elastos commissioned research showing 67% of Nigerians trusted Bitcoin for life savings over traditional methods, and Cryptonews ran the finding as its own story. Original data gives reporters something new to cover.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PR in the age of AI search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AI search changes the job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ChatGPT, Perplexity and Google AI Overviews answer questions by citing articles. The outlets that cover a brand now shape what AI tells people about it.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PR in the age of AI search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PR lens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Leave with four questions for any story you read: who earned it, who paid, who benefits, and what would an AI assistant repeat from it.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PR in the age of AI search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AI search audit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ask ChatGPT and Perplexity about a brand they know, then trace every outlet cited in the answers. They compare that list with what the brand publishes itself.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PR lens and next steps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present their audit findings, then plan the next step: an internship, a student publication, or the practical PR workshop where they write and pitch.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two AI assistants the same five questions about one brand. List every source they cite and compare it with the brand's own website and newsroom.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It feeds straight into your capstone.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earned coverage matter for AI search?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assistants only read ads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assistants often cite trusted publications when they answer questions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does not matter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assistants only read press releases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earned coverage matter for AI search?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AI assistants only read ads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assistants often cite trusted publications when they answer questions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does not matter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AI assistants only read press releases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Assistants lean on sources they consider credible. Coverage in those outlets shapes what they repeat about a brand.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Tangem's self-custody survey ran in English, Korean, Japanese and Dutch editions. What made it travel?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clear finding reporters could lead with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large ad budget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celebrity quote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long press release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Tangem's self-custody survey ran in English, Korean, Japanese and Dutch editions. What made it travel?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clear finding reporters could lead with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large ad budget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celebrity quote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long press release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single clear data point is easy to headline in any language, so each edition could run it on its own terms.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assistant describes a brand using a two-year-old article, while the brand's own site says something newer. What is the most effective fix?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Rewrite the homepage again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Buy a sponsored post on a crypto site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Issue a wire release to 200 syndication sites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Earn fresh coverage in outlets the assistant already cites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assistant describes a brand using a two-year-old article, while the brand's own site says something newer. What is the most effective fix?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Rewrite the homepage again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Buy a sponsored post on a crypto site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Issue a wire release to 200 syndication sites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Earn fresh coverage in outlets the assistant already cites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Assistants repeat sources they treat as credible. New earned coverage in those outlets gives them something more current to cite than the brand's own pages.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Research can be news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AI search changes the job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Your PR lens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AI search audit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The PR lens and next steps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THE CAPSTONE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reputation audit of one real organisation: how it describes itself, how earned and sponsored coverage describe it, which outlets AI assistants cite about it, one ethics risk and a career reflection on which comms role suits you. Shilika reviews each audit.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fundamentals workshop for students: Module 6, PR in the age of AI search</dc:title>
  <dc:subject>Public relations workshop for students: how PR, newsrooms and reputation actually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