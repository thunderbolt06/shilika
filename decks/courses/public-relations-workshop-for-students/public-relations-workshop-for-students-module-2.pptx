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3c9147a-ab13-7838-04c3-44459ccca20d}">
          <p14:sldIdLst>
            <p14:sldId id="256"/>
            <p14:sldId id="257"/>
          </p14:sldIdLst>
        </p14:section>
        <p14:section name="Teaching" id="{9b24246c-03e2-1bc4-e1d0-b9aec9f9d372}">
          <p14:sldIdLst>
            <p14:sldId id="258"/>
            <p14:sldId id="259"/>
            <p14:sldId id="260"/>
            <p14:sldId id="261"/>
          </p14:sldIdLst>
        </p14:section>
        <p14:section name="Activity" id="{ef464394-b629-05cc-d239-0fac8b69fd6b}">
          <p14:sldIdLst>
            <p14:sldId id="262"/>
          </p14:sldIdLst>
        </p14:section>
        <p14:section name="Quiz" id="{fef0d1db-ed30-59a6-8806-047b5c71ea22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ffc1e12b-329e-c8a1-d7ce-269733a11b2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roles inside a newsroom, how stories get assigned, and the questions an editor uses to decide what runs. Why a journalist owes the reader, not the source.
Cadence: 6 weekly modules. 75 minutes live, plus about 90 minutes of reading and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The roles inside a newsroom, how stories get assigned, and the questions an editor uses to decide what runs. Why a journalist owes the reader, not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editor asks three things: is it new, does it matter to our readers, and can we prove it. A story that fails any one of them gets 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reporter is paid by the publication, not by the company in the story. That's why earned coverage carries weight and why you can't order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from reporter to editor, how a story gets assigned, what a news meeting sounds like and why most pitches never get a 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act as editors of a business desk. They get 20 incoming pitches, pick three to run and explain what made the other 17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Read the last 15 stories in one section of a news site. For each, note the likely trigger (announcement, data, event, reaction) and who the reporter quoted.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Their publication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Their publication
Why: Reporters are on the publication's payroll. That independence is what makes their coverage worth 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It is ignored because readers gain nothing from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It is ignored because readers gain nothing from it
Why: Editors filter for what is new and matters to their readers. A small product tweak rarely clears either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Original data that shows something new about the market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Original data that shows something new about the market
Why: Fresh data gives the reporter a finding readers have not seen. Elastos earned a Cryptonews story this way with its Nigeria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3: How to tell earned, owned, sponsored and paid content apart on the page, and why the difference matters to readers, regulators and search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2 OF 6 · PR FUNDAMENTALS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How newsrooms work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Reporters, editors and the news decision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roles inside a newsroom, how stories get assigned, and the questions an editor uses to decide what runs. Why a journalist owes the reader, not the source.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How a newsroom decides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Journalists serve readers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Inside a newsroom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The editor's chair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a newsroom decides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An editor asks three things: is it new, does it matter to our readers, and can we prove it. A story that fails any one of them gets cut.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How newsrooms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Journalists serve readers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reporter is paid by the publication, not by the company in the story. That's why earned coverage carries weight and why you can't order 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How newsrooms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Inside a newsroom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Roles from reporter to editor, how a story gets assigned, what a news meeting sounds like and why most pitches never get a reply.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editor's chair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act as editors of a business desk. They get 20 incoming pitches, pick three to run and explain what made the other 17 fail.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last 15 stories in one section of a news site. For each, note the likely trigger (announcement, data, event, reaction) and who the reporter quoted.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3.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pays a staff journalist?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companies they write about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 agencies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publication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Readers who share the story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pays a staff journalist?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companies they write about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PR agencies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Their publication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Readers who share the story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are on the publication's payroll. That independence is what makes their coverage worth earning.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editor gets a pitch about a minor app redesign. What usually happens?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runs as a lead story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gets passed to the ads team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ignored because readers gain nothing from it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published as written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editor gets a pitch about a minor app redesign. What usually happens?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runs as a lead story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gets passed to the ads team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ignored because readers gain nothing from it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is published as written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Editors filter for what is new and matters to their readers. A small product tweak rarely clears either bar.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these gives a reporter the strongest reason to cover a company?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logo refresh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Original data that shows something new about the market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CEO birthday post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list of features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these gives a reporter the strongest reason to cover a company?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logo refresh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Original data that shows something new about the market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CEO birthday post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list of features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Fresh data gives the reporter a finding readers have not seen. Elastos earned a Cryptonews story this way with its Nigeria research.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a newsroom decides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Journalists serve readers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Inside a newsroom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The editor's chair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3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Earned, owned, sponsored and paid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fundamentals workshop for students: Module 2, How newsrooms work</dc:title>
  <dc:subject>Public relations workshop for students: how PR, newsrooms and reputation actually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