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2b7a000-d4ed-c49f-cbdb-0cbee4455055}">
          <p14:sldIdLst>
            <p14:sldId id="256"/>
            <p14:sldId id="257"/>
          </p14:sldIdLst>
        </p14:section>
        <p14:section name="Teaching" id="{92a02394-c6f8-3f3a-c21f-7e5157b2a807}">
          <p14:sldIdLst>
            <p14:sldId id="258"/>
            <p14:sldId id="259"/>
            <p14:sldId id="260"/>
            <p14:sldId id="261"/>
          </p14:sldIdLst>
        </p14:section>
        <p14:section name="Activity" id="{805b7907-5e7f-7c90-2f9c-c8aa00d93cc5}">
          <p14:sldIdLst>
            <p14:sldId id="262"/>
          </p14:sldIdLst>
        </p14:section>
        <p14:section name="Quiz" id="{a51c2cf6-0825-e4cd-3e03-54d703e100ad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Recap" id="{5e5272bc-e995-36dc-bc64-97dcda92043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tell earned, owned, sponsored and paid content apart on the page, and why the difference matters to readers, regulators and search engines.
Cadence: 6 weekly modules. 75 minutes live, plus about 90 minutes of reading and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How to tell earned, owned, sponsored and paid content apart on the page, and why the difference matters to readers, regulators and search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Earned is a story an editor chose to run. Owned is your blog and channels. Paid is anything you bought, including sponsored articles that look like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Bullieverse's $4M raise ran as earned news in Economic Times, Inc42 and YourStory. Its CoinDesk piece was sponsored. Same news, two very different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tell them apart on the page: bylines, labels, disclosure lines and where the article sits on the site. The Bullieverse raise shows earned and sponsored coverage of the same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group takes one real campaign, such as RARI Chain in CoinDesk, The Block and Cointelegraph the same week, and maps the outlets, the angle and why it 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Audit 20 articles about one company. Label each earned, owned, sponsored or paid, and list the clue that told you: byline, label, URL path or disclosure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CoinDesk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CoinDesk
Why: The Indian business coverage was earned. The CoinDesk piece was sponsored, which is why reading the label matters more than the logo.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Owned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Owned
Why: The company controls its own blog. It becomes earned only when an outlet decides to report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It has a disclosure label or a sponsored-content section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It has a disclosure label or a sponsored-content section
Why: Earned stories can be positive and quote CEOs too. A label or a sponsored section is the clue that money changed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Disclosure for sponsored content and paid influencers, honesty in claims and numbers, embargoes, ghostwriting, and how to answer a journalist's hard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PR FUNDAMENTALS WORKSHOP FOR STUDENTS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Earned, owned, sponsored and paid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Reading coverage like a PR professional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to tell earned, owned, sponsored and paid content apart on the page, and why the difference matters to readers, regulators and search engines.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Earned, owned, paid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Spot the sponsored story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Earned, owned, sponsored, paid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Coverage teardown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owned, paid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Earned is a story an editor chose to run. Owned is your blog and channels. Paid is anything you bought, including sponsored articles that look like news.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Earned, owned, sponsored and paid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Spot the sponsored story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Bullieverse's $4M raise ran as earned news in Economic Times, Inc42 and YourStory. Its CoinDesk piece was sponsored. Same news, two very different signals.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Earned, owned, sponsored and paid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Earned, owned, sponsored, paid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How to tell them apart on the page: bylines, labels, disclosure lines and where the article sits on the site. The Bullieverse raise shows earned and sponsored coverage of the same news.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Coverage teardown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Each group takes one real campaign, such as RARI Chain in CoinDesk, The Block and Cointelegraph the same week, and maps the outlets, the angle and why it ran.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20 articles about one company. Label each earned, owned, sponsored or paid, and list the clue that told you: byline, label, URL path or disclosure line.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appeared in Economic Times, Inc42 and CoinDesk. Which placement was sponsored?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Economic Times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Inc42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CoinDesk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None of them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Bullieverse's $4M raise appeared in Economic Times, Inc42 and CoinDesk. Which placement was sponsored?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Economic Times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Inc42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CoinDesk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None of them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Indian business coverage was earned. The CoinDesk piece was sponsored, which is why reading the label matters more than the logo.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publishes a detailed report on its own blog. What kind of media is that?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Owned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Paid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Sponsored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 publishes a detailed report on its own blog. What kind of media is that?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Earned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Owned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Paid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Sponsored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company controls its own blog. It becomes earned only when an outlet decides to report on it.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reliable sign an article is sponsored?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mentions a company by name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positive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has quotes from the CEO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has a disclosure label or a sponsored-content section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reliable sign an article is sponsored?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mentions a company by name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positive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has quotes from the CEO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has a disclosure label or a sponsored-content section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Earned stories can be positive and quote CEOs too. A label or a sponsored section is the clue that money changed hands.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Earned, owned, paid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Spot the sponsored story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Earned, owned, sponsored, paid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Coverage teardown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Ethics, disclosure and trust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fundamentals workshop for students: Module 3, Earned, owned, sponsored and paid</dc:title>
  <dc:subject>Public relations workshop for students: how PR, newsrooms and reputation actually work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