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c7c7ca-f26a-da09-fa87-a4cd18274371}">
          <p14:sldIdLst>
            <p14:sldId id="256"/>
            <p14:sldId id="257"/>
          </p14:sldIdLst>
        </p14:section>
        <p14:section name="Teaching" id="{298a2534-26c5-507d-9ffc-5bd0f8e68c0c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87957c7b-dc9c-1b0e-7dae-6f29ae96d151}">
          <p14:sldIdLst>
            <p14:sldId id="263"/>
          </p14:sldIdLst>
        </p14:section>
        <p14:section name="Quiz" id="{d650f6d9-4a48-e59b-24af-e4bc73a24201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40f5b3a9-d3e9-02ff-7381-a049f6ab810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PR is responsible for, how it differs from marketing and advertising, and why reputation is built by people the organisation doesn't control.
Cadence: 6 weekly modules. 75 minutes live, plus about 90 minutes of reading and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What PR is responsible for, how it differs from marketing and advertising, and why reputation is built by people the organisation doesn't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isn't buying articles, sending press releases into the void or posting more on X. It's earning attention from people you don't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is managing the relationship between an organisation and the people whose opinion shapes it: reporters, customers, investors, regulators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is space you buy. Marketing is the whole job of selling. PR is reputation you earn through third parties who don't work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their own definition of PR, then test it against ten real examples. Most first drafts describe advertising. By the end of the session they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sort 30 real brand activities into PR, marketing or advertising and defend the edge cases, such as a sponsored podcast or a paid KOL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Collect ten brand activities from one week of news and social feeds. Label each one PR, marketing or advertising and write one sentence defending every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Advertising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Advertising
Why: Bought space is advertising. PR works through third parties who decide for themselves whether to cover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Managing how key audiences see and trust an organisation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Managing how key audiences see and trust an organisation
Why: Press releases are one tool. The job is the relationship between an organisation and the people whose opinion shapes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third party chose to cover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third party chose to cover it
Why: Earned coverage passed an editor's judgment. An ad only passed a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The roles inside a newsroom, how stories get assigned, and the questions an editor uses to decide what runs. Why a journalist owes the reader, not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PR FUNDAMENTALS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What public relations is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PR, marketing, advertising and reputation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PR is responsible for, how it differs from marketing and advertising, and why reputation is built by people the organisation doesn't control.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What PR is not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What PR is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PR, marketing, advertising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PR in one definition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PR, marketing and advertising sort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PR is not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PR isn't buying articles, sending press releases into the void or posting more on X. It's earning attention from people you don't pay.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public relations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PR is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PR is managing the relationship between an organisation and the people whose opinion shapes it: reporters, customers, investors, regulators and staff.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public relations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PR, marketing, advertising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Advertising is space you buy. Marketing is the whole job of selling. PR is reputation you earn through third parties who don't work for you.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public relations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in one definition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write their own definition of PR, then test it against ten real examples. Most first drafts describe advertising. By the end of the session they don't.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PR, marketing and advertising sort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Groups sort 30 real brand activities into PR, marketing or advertising and defend the edge cases, such as a sponsored podcast or a paid KOL thread.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ten brand activities from one week of news and social feeds. Label each one PR, marketing or advertising and write one sentence defending every label.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brand pays a newspaper for a full-page spread. Which discipline is this?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 relations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Advertising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Media relations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Earned media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brand pays a newspaper for a full-page spread. Which discipline is this?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Public relations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Advertising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Media relations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Earned media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Bought space is advertising. PR works through third parties who decide for themselves whether to cover you.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best describes the core job of PR?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Writing press releases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Running ads on social media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Managing how key audiences see and trust an organisation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Selling more products this quarter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best describes the core job of PR?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Writing press releases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Running ads on social media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Managing how key audiences see and trust an organisation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Selling more products this quarter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Press releases are one tool. The job is the relationship between an organisation and the people whose opinion shapes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reporters, investors and customers often trust earned coverage more than ads?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third party chose to cover it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longer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appears on more websites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uses better images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reporters, investors and customers often trust earned coverage more than ads?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third party chose to cover it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longer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appears on more websites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uses better images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Earned coverage passed an editor's judgment. An ad only passed a payment.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PR is not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PR 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PR, marketing, advertising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PR in one definition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PR, marketing and advertising sort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newsrooms work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Module 1, What public relations is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