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27c7375-0d43-2a95-d1af-ac1e4bc9a4e4}">
          <p14:sldIdLst>
            <p14:sldId id="256"/>
            <p14:sldId id="257"/>
          </p14:sldIdLst>
        </p14:section>
        <p14:section name="Teaching" id="{e64869ba-a779-1025-44c3-7fbfd023fa5e}">
          <p14:sldIdLst>
            <p14:sldId id="258"/>
            <p14:sldId id="259"/>
            <p14:sldId id="260"/>
          </p14:sldIdLst>
        </p14:section>
        <p14:section name="Activity" id="{af84ebe5-aefb-2fdf-cc44-a46e2df80bb7}">
          <p14:sldIdLst>
            <p14:sldId id="261"/>
          </p14:sldIdLst>
        </p14:section>
        <p14:section name="Quiz" id="{10b6f182-ea09-88cc-316a-a148cd25cfa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9fb13eb5-f0c1-f4b3-a7ea-ab1c02d1e33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Disclosure for sponsored content and paid influencers, honesty in claims and numbers, embargoes, ghostwriting, and how to answer a journalist's hard questions.
Cadence: 6 weekly modules. 75 minutes live, plus about 90 minutes of reading and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Disclosure for sponsored content and paid influencers, honesty in claims and numbers, embargoes, ghostwriting, and how to answer a journalist's hard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money changed hands, the reader deserves to know. Undisclosed paid posts, fake reviews and invented quotes break trust and, in many markets, the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short cases: an undisclosed paid post, a ghostwritten op-ed, an exaggerated user number, an embargo break, a request to delete a story, a journalist offered a gift.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argue for and against publishing in two of the cases. The rest of the room votes, then hears what disclosure rules would actually require.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a one-page decision memo on one ethics case from the deck: what happened, who could be harmed, what disclosure was owed and what you'd advise.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Readers cannot judge the claim because the payment is hidden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Readers cannot judge the claim because the payment is hidden
Why: Disclosure lets readers weigh a claim. Hiding payment turns an endorsement into a deception, and many regulators treat it that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Answer accurately and sooner rather than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Answer accurately and sooner rather than later
Why: A reporter asking detailed questions is likely to publish anyway. A timely, accurate answer gets your side into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Yes, if the views are genuinely the executive's and they approve every 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Yes, if the views are genuinely the executive's and they approve every word
Why: Ghostwriting is common. The line is whether the ideas and approval are really the named author's.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Media relations, internal comms, investor relations, crisis and public affairs. Agency versus in-house, generalist versus sector specialist, and what entry-level work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PR FUNDAMENTALS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Ethics, disclosure and trust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Where the lines sit in PR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Disclosure for sponsored content and paid influencers, honesty in claims and numbers, embargoes, ghostwriting, and how to answer a journalist's hard questions.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Ethics and disclosure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Ethics and disclosure cases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Debate: should this have run?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Ethics and disclosure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If money changed hands, the reader deserves to know. Undisclosed paid posts, fake reviews and invented quotes break trust and, in many markets, the law.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Ethics, disclosure and trust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Ethics and disclosure cases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Six short cases: an undisclosed paid post, a ghostwritten op-ed, an exaggerated user number, an embargo break, a request to delete a story, a journalist offered a gift.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Debate: should this have run?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Teams argue for and against publishing in two of the cases. The rest of the room votes, then hears what disclosure rules would actually require.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one-page decision memo on one ethics case from the deck: what happened, who could be harmed, what disclosure was owed and what you'd advise.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influencer is paid to post about a token but leaves out that it was paid. What is the main problem?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post is too short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token might go up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used the wrong hashtag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Readers cannot judge the claim because the payment is hidden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influencer is paid to post about a token but leaves out that it was paid. What is the main problem?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post is too short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token might go up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used the wrong hashtag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Readers cannot judge the claim because the payment is hidden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Disclosure lets readers weigh a claim. Hiding payment turns an endorsement into a deception, and many regulators treat it that way.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keeps sending specific questions about a problem at your company. What is the best move?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Ignore them until they stop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accurately and sooner rather than later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them to remove the story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Threaten legal action first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keeps sending specific questions about a problem at your company. What is the best move?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Ignore them until they stop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accurately and sooner rather than later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Ask them to remove the story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Threaten legal action first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reporter asking detailed questions is likely to publish anyway. A timely, accurate answer gets your side into the story.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ethical for an executive to publish an op-ed drafted by a ghostwriter?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Yes, if the views are genuinely the executive's and they approve every word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Never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if the ghostwriter is credited as co-author in all cases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on social media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ethical for an executive to publish an op-ed drafted by a ghostwriter?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Yes, if the views are genuinely the executive's and they approve every word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Never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if the ghostwriter is credited as co-author in all cases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on social media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Ghostwriting is common. The line is whether the ideas and approval are really the named author's.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Ethics and disclosure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Ethics and disclosure cases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Debate: should this have run?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communications and PR careers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fundamentals workshop for students: Module 4, Ethics, disclosure and trust</dc:title>
  <dc:subject>Public relations workshop for students: how PR, newsrooms and reputation actually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