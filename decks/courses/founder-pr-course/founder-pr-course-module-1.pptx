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186914b-27b1-5fcb-72e8-bcded4bef655}">
          <p14:sldIdLst>
            <p14:sldId id="256"/>
            <p14:sldId id="257"/>
          </p14:sldIdLst>
        </p14:section>
        <p14:section name="Teaching" id="{a9e45cdf-3d52-1fb5-79b3-95111a76b782}">
          <p14:sldIdLst>
            <p14:sldId id="258"/>
            <p14:sldId id="259"/>
            <p14:sldId id="260"/>
          </p14:sldIdLst>
        </p14:section>
        <p14:section name="Activity" id="{dd1f24ff-aa0c-2e5d-c56a-078cb61f8fd1}">
          <p14:sldIdLst>
            <p14:sldId id="261"/>
          </p14:sldIdLst>
        </p14:section>
        <p14:section name="Quiz" id="{6088ea02-d4c8-b9a9-522b-0dfcf0da8a55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cap" id="{9169bd37-ba9c-4c55-626d-883aeb4f2ed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newsroom wants, why press releases alone rarely earn coverage, and how AI assistants now pick up and repeat what tier-1 and trade outlets publish.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1: What a newsroom wants, why press releases alone rarely earn coverage, and how AI assistants now pick up and repeat what tier-1 and trade outlets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Earned coverage comes from a story a reporter wants to tell, not from a document you paid to distribute.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reporter is on the publication's payroll, not yours. Every pitch has to answer what their readers get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an editor filters for in the first 15 seconds, the difference between earned, sponsored and paid placements, and why most founder pitches never get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Audit the last ten stories in your category. For each, note the outlet, the reporter, the hook and whether it was earned or sponsored.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Their publication and its readers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Their publication and its readers
Why: Reporters are paid by their publication to serve its readers. A pitch that does not serve those readers gets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A reporter quoting your founder in a story they chose to write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A reporter quoting your founder in a story they chose to write
Why: Earned media is coverage an editor chose to run. You cannot buy it, which is why readers and AI engines trust it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It lands on syndication sites that few people read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It lands on syndication sites that few people read
Why: Distribution without a story produces links on low-traffic syndication pages, not editorial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2: How to position a founder as a voice in a category: one belief worth arguing, one category word reporters already cover, and three messages with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1 OF 6 · FOUNDER PR COURSE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How PR works in 2026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Earned, owned, paid and AI search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What a newsroom wants, why press releases alone rarely earn coverage, and how AI assistants now pick up and repeat what tier-1 and trade outlets publish.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PR is not a press release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Journalists work for their readers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How newsrooms decide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 is not a press release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Earned coverage comes from a story a reporter wants to tell, not from a document you paid to distribute.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How PR works in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Journalists work for their readers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reporter is on the publication's payroll, not yours. Every pitch has to answer what their readers get from it.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How PR works in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newsrooms decide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What an editor filters for in the first 15 seconds, the difference between earned, sponsored and paid placements, and why most founder pitches never get opened.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the last ten stories in your category. For each, note the outlet, the reporter, the hook and whether it was earned or sponsored.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2.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does a journalist work for?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publication and its readers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company that pitched them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PR agency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investors in the story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does a journalist work for?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publication and its readers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company that pitched them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PR agency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investors in the story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are paid by their publication to serve its readers. A pitch that does not serve those readers gets ignored.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earned media?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sponsored article on a crypto site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wire release syndicated to 200 sites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reporter quoting your founder in a story they chose to write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paid newsletter mention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earned media?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sponsored article on a crypto site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wire release syndicated to 200 sites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reporter quoting your founder in a story they chose to write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paid newsletter mention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Earned media is coverage an editor chose to run. You cannot buy it, which is why readers and AI engines trust it more.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usually happens to a wire release with no story behind it?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gets picked up by tier-1 outlets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ranks first on Google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gets an automatic interview request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lands on syndication sites that few people read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usually happens to a wire release with no story behind it?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gets picked up by tier-1 outlets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ranks first on Google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gets an automatic interview request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lands on syndication sites that few people read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Distribution without a story produces links on low-traffic syndication pages, not editorial coverage.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 is not a press release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Journalists work for their readers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How newsrooms decide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2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positioning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 PR course: Module 1, How PR works in 2026</dc:title>
  <dc:subject>Founder PR course: positioning, media outreach, press releases and storytelling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