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fafe0e5-033c-450f-b2a6-6e79eaaf570d}">
          <p14:sldIdLst>
            <p14:sldId id="256"/>
            <p14:sldId id="257"/>
          </p14:sldIdLst>
        </p14:section>
        <p14:section name="Day 1" id="{6182cdbb-6ea0-4f98-5d7d-7bd0b71b0d5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a872b208-7ba7-8a90-c1ca-d68f7396e7cb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14fb4f00-06bd-99ee-699f-b6892fe0b6bf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2dc46b9c-5d0b-9b01-2543-80b03a570e88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that end with a founder holding a finished positioning doc, a media list, pitches ready to send and a press release draft. Built for accelerator cohorts and founding teams who want to leave with work done, not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Founder positioning and narrative. Deliverable: A one-page positioning doc: thesis, category word, message house and a ranked list of six story hooks.
Day 2, Media outreach. Deliverable: A tiered 30-name media list and three pitches ready to send.
Day 3, Press releases and storytelling. Deliverable: A press release draft, a rehearsed two-minute founder story and a 90-day PR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 editor filters for in the first 15 seconds, the difference between earned, sponsored and paid placements, and why most founder pitches never get opened.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founder writes a three-sentence thesis, then the room tears it apart. Rewrites until a stranger can repeat it back.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one word you want attached to your name, then build three supporting messages with a proof point under each.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next six months of roadmap, hires and data and pull out every possible news hook. Rank them by what a reporter would care about.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one-page positioning doc: thesis, category word, message house and a ranked list of six story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Decrypt, TechCrunch or your sector's trade press to find the reporters who covered your category in the last 90 days.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the list by fit, not by logo. Note each reporter's last relevant story and the angle they keep returning to.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three pitches under 150 words for three different reporters. Swap with a partner, cut every sentence that does not earn its place.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offer an exclusive, how an embargo works across time zones, and the one follow-up that is polite rather than pushy.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A tiered 30-name media list and three pitches ready to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release for your strongest hook: headline, dateline, standalone first paragraph, a quote with a view, and a short boilerplate.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thesis into a two-minute story with a moment, a tension and a turn. Practise it until it sounds like talking, not reading.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founder takes a ten-minute mock interview with tough follow-ups, then reviews the recording against the message house.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three stories onto the next quarter, set who approves quotes, and agree on the three numbers that show PR is working.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press release draft, a rehearsed two-minute founder story and a 90-day PR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Ran founder-led visibility for GAIA from Dec 2024 to Apr 2025, from podcasts to Forbes and Decrypt.
- Placed Fluence co-founder Tom Trowbridge as a DePIN voice, including a CoinDesk op-ed in April 2025.
- Framed MANTRA Chain's $11M raise around RWA and a Middle East angle for CoinDesk in March 2024.
- Taught PR to accelerator founders at the XRPL Labs Accelerator with Tenity and in the Myosin Learns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https://www.shilikajain.com/courses/founder-pr-course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Founder PR course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Run your own PR with the same playbook used for GAIA, Fluence, RARI and MANTRA.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positioning and narrative</a:t>
            </a:r>
            <a:endParaRPr lang="en-US" sz="22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newsrooms decide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founder thesis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Category word and message house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Story mining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outreach</a:t>
            </a:r>
            <a:endParaRPr lang="en-US" sz="22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Byline research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the 30-name 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Pitch writing lab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Exclusives, embargoes and follow-up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releases and storytelling</a:t>
            </a:r>
            <a:endParaRPr lang="en-US" sz="22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Press release clinic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Storytelling for interviews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Mock interview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90-day PR plan and measurement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Founder positioning and narrative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one-page positioning doc: thesis, category word, message house and a ranked list of six story hooks.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newsrooms decide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an editor filters for in the first 15 seconds, the difference between earned, sponsored and paid placements, and why most founder pitches never get opened.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founder thesis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founder writes a three-sentence thesis, then the room tears it apart. Rewrites until a stranger can repeat it back.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Category word and message house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Pick the one word you want attached to your name, then build three supporting messages with a proof point under each.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Story mining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Go through the next six months of roadmap, hires and data and pull out every possible news hook. Rank them by what a reporter would care about.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one-page positioning doc: thesis, category word, message house and a ranked list of six story hooks.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Media outreach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tiered 30-name media list and three pitches ready to send.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Decrypt, TechCrunch or your sector's trade press to find the reporters who covered your category in the last 90 days.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30-name list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Tier the list by fit, not by logo. Note each reporter's last relevant story and the angle they keep returning to.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writing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three pitches under 150 words for three different reporters. Swap with a partner, cut every sentence that does not earn its place.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Exclusives, embargoes and follow-up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When to offer an exclusive, how an embargo works across time zones, and the one follow-up that is polite rather than pushy.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tiered 30-name media list and three pitches ready to send.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Press releases and storytelling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press release draft, a rehearsed two-minute founder story and a 90-day PR plan.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Press release clinic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a release for your strongest hook: headline, dateline, standalone first paragraph, a quote with a view, and a short boilerplate.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Storytelling for interviews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Turn the thesis into a two-minute story with a moment, a tension and a turn. Practise it until it sounds like talking, not reading.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Mock interview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founder takes a ten-minute mock interview with tough follow-ups, then reviews the recording against the message house.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90-day PR plan and measurement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Map three stories onto the next quarter, set who approves quotes, and agree on the three numbers that show PR is working.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press release draft, a rehearsed two-minute founder story and a 90-day PR plan.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one-page positioning doc: thesis, category word, message house and a ranked list of six story hooks.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tiered 30-name media list and three pitches ready to send.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press release draft, a rehearsed two-minute founder story and a 90-day PR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founder-led visibility for GAIA from Dec 2024 to Apr 2025, from podcasts to Forbes and Decrypt.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Placed Fluence co-founder Tom Trowbridge as a DePIN voice, including a CoinDesk op-ed in April 2025.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Framed MANTRA Chain's $11M raise around RWA and a Middle East angle for CoinDesk in March 2024.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Taught PR to accelerator founders at the XRPL Labs Accelerator with Tenity and in the Myosin Learns series.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shilikajain.com/courses/founder-pr-course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three-day workshop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