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8ef982b-1840-f36c-e85e-f3d1cf8c821f}">
          <p14:sldIdLst>
            <p14:sldId id="256"/>
            <p14:sldId id="257"/>
          </p14:sldIdLst>
        </p14:section>
        <p14:section name="Teaching" id="{a6897914-8d04-2708-689e-1291cb75d6e4}">
          <p14:sldIdLst>
            <p14:sldId id="258"/>
            <p14:sldId id="259"/>
          </p14:sldIdLst>
        </p14:section>
        <p14:section name="Activity" id="{a3b13687-a447-e2f6-b77e-2459c18cd615}">
          <p14:sldIdLst>
            <p14:sldId id="260"/>
          </p14:sldIdLst>
        </p14:section>
        <p14:section name="Quiz" id="{3f1a464d-245b-8620-7338-4b8781d67bfe}">
          <p14:sldIdLst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Recap" id="{60fbef86-edfd-05ab-67fc-3154651e210e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Release structure from headline to boilerplate, how to write a quote that says something, and when a release helps versus when a pitch alone is better.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5: Release structure from headline to boilerplate, how to write a quote that says something, and when a release helps versus when a pitch alone is better.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with the news, dateline, a first paragraph that stands alone, a quote with an opinion, and a boilerplate that fits in three lines.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a release for your strongest hook: headline, dateline, standalone first paragraph, a quote with a view, and a short boilerplate.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Write a press release for your strongest hook. Cut the first draft by a third, then rewrite the quote until it holds an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State the news so it stands alone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State the news so it stands alone
Why: Many readers and AI engines only take the first paragraph. It must carry who, what, when and why it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"Creators lose royalties on most marketplaces today. We built a chain where that cannot happen."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"Creators lose royalties on most marketplaces today. We built a chain where that cannot happen."
Why: A good quote names a problem and takes a position. Excitement is not information.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When you want an exclusive with one reporter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When you want an exclusive with one reporter
Why: An exclusive is a private offer to one reporter. A public release removes what made it exclusive.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6: Turning the thesis into a story with a moment and a turn, handling interviews and podcasts, and measuring PR by inbound, investor interest and AI citations.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5 OF 6 · FOUNDER PR COURSE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Press release development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Writing a release reporters can use</a:t>
            </a:r>
            <a:endParaRPr lang="en-US" sz="1800" dirty="0"/>
          </a:p>
        </p:txBody>
      </p:sp>
      <p:pic>
        <p:nvPicPr>
          <p:cNvPr id="5" name="Cover 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Release structure from headline to boilerplate, how to write a quote that says something, and when a release helps versus when a pitch alone is better.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Press release anatomy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Press release clinic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· KEY IDEA 1 OF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Press release anatomy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Headline with the news, dateline, a first paragraph that stands alone, a quote with an opinion, and a boilerplate that fits in three lines.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5: Press release development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· EXERCISE 1 OF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Press release clinic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Write a release for your strongest hook: headline, dateline, standalone first paragraph, a quote with a view, and a short boilerplate.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a press release for your strongest hook. Cut the first draft by a third, then rewrite the quote until it holds an opinion.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6.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should the first paragraph of a release do?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Thank partners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Describe company history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State the news so it stands alone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List every feature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should the first paragraph of a release do?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Thank partners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Describe company history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State the news so it stands alone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List every feature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Many readers and AI engines only take the first paragraph. It must carry who, what, when and why it matters.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quote is stronger?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"Creators lose royalties on most marketplaces today. We built a chain where that cannot happen."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"We are thrilled to announce this partnership."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"This is a milestone for our community."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"We look forward to the future."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quote is stronger?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"Creators lose royalties on most marketplaces today. We built a chain where that cannot happen."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"We are thrilled to announce this partnership."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"This is a milestone for our community."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"We look forward to the future."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good quote names a problem and takes a position. Excitement is not information.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is a pitch alone often better than a release?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When you have a funding round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Never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When the news is long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When you want an exclusive with one reporter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is a pitch alone often better than a release?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When you have a funding round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Never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When the news is long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When you want an exclusive with one reporter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An exclusive is a private offer to one reporter. A public release removes what made it exclusive.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5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Press release anatomy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Press release clinic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6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Storytelling, interviews and measurement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Founder PR course: Module 5, Press release development</dc:title>
  <dc:subject>Founder PR course: positioning, media outreach, press releases and storytelling</dc:subject>
  <dc:creator>Shilika Jain</dc:creator>
  <cp:lastModifiedBy>Shilika Jain</cp:lastModifiedBy>
  <cp:revision>1</cp:revision>
  <dcterms:created xsi:type="dcterms:W3CDTF">2026-10-31T12:02:45Z</dcterms:created>
  <dcterms:modified xsi:type="dcterms:W3CDTF">2026-10-31T12:02:45Z</dcterms:modified>
</cp:coreProperties>
</file>