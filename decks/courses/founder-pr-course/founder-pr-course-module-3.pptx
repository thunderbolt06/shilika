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878a5042-0344-c248-b91d-9fe84a2c9d0a}">
          <p14:sldIdLst>
            <p14:sldId id="256"/>
            <p14:sldId id="257"/>
          </p14:sldIdLst>
        </p14:section>
        <p14:section name="Teaching" id="{fd41192f-9e0c-6414-b206-0470d267bc0d}">
          <p14:sldIdLst>
            <p14:sldId id="258"/>
            <p14:sldId id="259"/>
            <p14:sldId id="260"/>
            <p14:sldId id="261"/>
          </p14:sldIdLst>
        </p14:section>
        <p14:section name="Activity" id="{b49eba3b-658e-aa5b-8799-adf12370f358}">
          <p14:sldIdLst>
            <p14:sldId id="262"/>
          </p14:sldIdLst>
        </p14:section>
        <p14:section name="Quiz" id="{b6434ae8-9d2b-ee88-913a-e61a9f94ac97}">
          <p14:sldIdLst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Recap" id="{9fff1c6a-c338-74db-e812-028c2eb1945f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six types of news a reporter will run, how to react to someone else's news with a useful view, and how to turn your own data into a headline.
Cadence: 6 weekly modules. 90 minutes live, plus about 2 hours of activity work per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3: The six types of news a reporter will run, how to react to someone else's news with a useful view, and how to turn your own data into a headline.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Raise, launch, partner, data, hire, or a sharp take on someone else's news. Everything else is an update for your blog.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Fluence tied a global Microsoft outage to the case for decentralized compute and ran in e27. Live news gives a quiet company a reason to be quoted.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Tangem's self-custody survey gave reporters one stat to lead with, and it ran in English, Korean, Japanese and Dutch editions.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through the next six months of roadmap, hires and data and pull out every possible news hook. Rank them by what a reporter would care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List every possible hook in your next six months. Pick one live news event this week and write a 100-word expert comment you could send a reporter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room 30 seconds per question, take a show of hands for A to D,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D, A global Microsoft outage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D: A global Microsoft outage
Why: Newsjacking a mainstream outage gave an infrastructure company a reason to be quoted outside crypto media.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B, It gave reporters one clear stat to lead with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B: It gave reporters one clear stat to lead with
Why: A single strong number (two thirds of users back self-custody) is easy to headline in any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A, A minor UI update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A: A minor UI update
Why: A small product tweak matters to users, not to readers of a news outlet. Put it on your blog.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Module 4: Building a media list from bylines, writing a pitch under 150 words, when to offer an exclusive, how embargoes work and how to follow up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MODULE 3 OF 6 · FOUNDER PR COURSE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Finding stories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News hooks, newsjacking and data stories</a:t>
            </a:r>
            <a:endParaRPr lang="en-US" sz="1800" dirty="0"/>
          </a:p>
        </p:txBody>
      </p:sp>
      <p:pic>
        <p:nvPicPr>
          <p:cNvPr id="5" name="Cover photo" descr="Shilika Jain seated in a wood-panelled library lounge lined with leather-bound book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 this module</a:t>
            </a:r>
            <a:endParaRPr lang="en-US" sz="3600" dirty="0"/>
          </a:p>
        </p:txBody>
      </p:sp>
      <p:sp>
        <p:nvSpPr>
          <p:cNvPr id="4" name="Summary"/>
          <p:cNvSpPr txBox="1"/>
          <p:nvPr/>
        </p:nvSpPr>
        <p:spPr>
          <a:xfrm>
            <a:off x="548640" y="201168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The six types of news a reporter will run, how to react to someone else's news with a useful view, and how to turn your own data into a headline.</a:t>
            </a:r>
            <a:endParaRPr lang="en-US" sz="2200" dirty="0"/>
          </a:p>
        </p:txBody>
      </p:sp>
      <p:sp>
        <p:nvSpPr>
          <p:cNvPr id="5" name="Contents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6" name="Contents"/>
          <p:cNvSpPr txBox="1"/>
          <p:nvPr/>
        </p:nvSpPr>
        <p:spPr>
          <a:xfrm>
            <a:off x="7360920" y="2148840"/>
            <a:ext cx="4023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What counts as news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Newsjacking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Data travels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Story mining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Activity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Quiz: 3 questions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· KEY IDEA 1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counts as news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Raise, launch, partner, data, hire, or a sharp take on someone else's news. Everything else is an update for your blog.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3: Finding stories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· KEY IDEA 2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Newsjacking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Fluence tied a global Microsoft outage to the case for decentralized compute and ran in e27. Live news gives a quiet company a reason to be quoted.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3: Finding stories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· KEY IDEA 3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Data travels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Tangem's self-custody survey gave reporters one stat to lead with, and it ran in English, Korean, Japanese and Dutch editions.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3: Finding stories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· EXERCISE 1 OF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Story mining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Go through the next six months of roadmap, hires and data and pull out every possible news hook. Rank them by what a reporter would care about.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E1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ACTIVITY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activity for this week</a:t>
            </a:r>
            <a:endParaRPr lang="en-US" sz="3600" dirty="0"/>
          </a:p>
        </p:txBody>
      </p:sp>
      <p:sp>
        <p:nvSpPr>
          <p:cNvPr id="4" name="Activity card"/>
          <p:cNvSpPr/>
          <p:nvPr/>
        </p:nvSpPr>
        <p:spPr>
          <a:xfrm>
            <a:off x="548640" y="2011680"/>
            <a:ext cx="11094415" cy="3108960"/>
          </a:xfrm>
          <a:prstGeom prst="roundRect">
            <a:avLst>
              <a:gd name="adj" fmla="val 5294"/>
            </a:avLst>
          </a:prstGeom>
          <a:solidFill>
            <a:schemeClr val="accent2"/>
          </a:solidFill>
          <a:ln/>
        </p:spPr>
      </p:sp>
      <p:sp>
        <p:nvSpPr>
          <p:cNvPr id="5" name="Activity"/>
          <p:cNvSpPr txBox="1"/>
          <p:nvPr/>
        </p:nvSpPr>
        <p:spPr>
          <a:xfrm>
            <a:off x="1005840" y="2286000"/>
            <a:ext cx="10180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 every possible hook in your next six months. Pick one live news event this week and write a 100-word expert comment you could send a reporter today.</a:t>
            </a:r>
            <a:endParaRPr lang="en-US" sz="2600" dirty="0"/>
          </a:p>
        </p:txBody>
      </p:sp>
      <p:sp>
        <p:nvSpPr>
          <p:cNvPr id="6" name="Activity follow-up"/>
          <p:cNvSpPr txBox="1"/>
          <p:nvPr/>
        </p:nvSpPr>
        <p:spPr>
          <a:xfrm>
            <a:off x="54864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Bring it to Module 4. It is the first thing we review.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YOUR UNDERSTANDING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Quiz: 3 questions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Pick one answer for each question. The answer and the reason follow each 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Fluence ran in e27 by tying its story to what?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token unlock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conference keynote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celebrity endorsement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global Microsoft outage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Fluence ran in e27 by tying its story to what?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token unlock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conference keynote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celebrity endorsement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global Microsoft outage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D.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Newsjacking a mainstream outage gave an infrastructure company a reason to be quoted outside crypto media.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did Tangem's self-custody survey travel across markets?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was translated by an agency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gave reporters one clear stat to lead with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was paid placement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was announced at a conference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did Tangem's self-custody survey travel across markets?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was translated by an agency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gave reporters one clear stat to lead with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was paid placement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was announced at a conference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B.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single strong number (two thirds of users back self-custody) is easy to headline in any language.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of these is weakest as a news hook?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minor UI update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funding round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new partnership with a known brand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Original survey data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of these is weakest as a news hook?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minor UI update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funding round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new partnership with a known brand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Original survey data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A.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small product tweak matters to users, not to readers of a news outlet. Put it on your blog.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RECAP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to remember</a:t>
            </a:r>
            <a:endParaRPr lang="en-US" sz="3600" dirty="0"/>
          </a:p>
        </p:txBody>
      </p:sp>
      <p:sp>
        <p:nvSpPr>
          <p:cNvPr id="4" name="Recap list"/>
          <p:cNvSpPr txBox="1"/>
          <p:nvPr/>
        </p:nvSpPr>
        <p:spPr>
          <a:xfrm>
            <a:off x="548640" y="205740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What counts as news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Newsjacking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Data travels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Story mining</a:t>
            </a:r>
            <a:endParaRPr lang="en-US" sz="2000" dirty="0"/>
          </a:p>
        </p:txBody>
      </p:sp>
      <p:sp>
        <p:nvSpPr>
          <p:cNvPr id="5" name="Next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4091"/>
            </a:avLst>
          </a:prstGeom>
          <a:solidFill>
            <a:schemeClr val="tx1"/>
          </a:solidFill>
          <a:ln/>
        </p:spPr>
      </p:sp>
      <p:sp>
        <p:nvSpPr>
          <p:cNvPr id="6" name="Next label"/>
          <p:cNvSpPr txBox="1"/>
          <p:nvPr/>
        </p:nvSpPr>
        <p:spPr>
          <a:xfrm>
            <a:off x="740664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NEXT: MODULE 4</a:t>
            </a:r>
            <a:endParaRPr lang="en-US" sz="1200" dirty="0"/>
          </a:p>
        </p:txBody>
      </p:sp>
      <p:sp>
        <p:nvSpPr>
          <p:cNvPr id="7" name="Next"/>
          <p:cNvSpPr txBox="1"/>
          <p:nvPr/>
        </p:nvSpPr>
        <p:spPr>
          <a:xfrm>
            <a:off x="7406640" y="26974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 outreach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Founder PR course: Module 3, Finding stories</dc:title>
  <dc:subject>Founder PR course: positioning, media outreach, press releases and storytelling</dc:subject>
  <dc:creator>Shilika Jain</dc:creator>
  <cp:lastModifiedBy>Shilika Jain</cp:lastModifiedBy>
  <cp:revision>1</cp:revision>
  <dcterms:created xsi:type="dcterms:W3CDTF">2026-10-31T12:02:45Z</dcterms:created>
  <dcterms:modified xsi:type="dcterms:W3CDTF">2026-10-31T12:02:45Z</dcterms:modified>
</cp:coreProperties>
</file>