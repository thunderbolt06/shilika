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119687b-18a9-a534-2691-2b8650e2c08f}">
          <p14:sldIdLst>
            <p14:sldId id="256"/>
            <p14:sldId id="257"/>
            <p14:sldId id="258"/>
          </p14:sldIdLst>
        </p14:section>
        <p14:section name="The talk" id="{8c25e339-5986-7a1e-0706-025ef94cd83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e" id="{48361ff5-f248-3a84-0de0-1e02868d42be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that takes a founder from "we need press" to a one-page PR plan. Built for accelerator sessions and founder dinners where the room has an hour and wants something to use on Monday.
Runs 60 minutes across 13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the room which one they need most, and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Total 60 minutes; leave Q&amp;A inside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Earned coverage comes from a story a reporter wants to tell, not from a document you paid to distribute.
Timing: 4 minutes (minute 0 to 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is on the publication's payroll, not yours. Every pitch has to answer what their readers get from it.
Timing: 4 minutes (minute 4 to 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companies rarely have tier-1 news. Founders with a sharp view do. Coverage follows people before it follows products.
Timing: 5 minutes (minute 8 to 13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broken, what you believe that others do not, and the proof you have. If it takes four sentences, it is not ready.
Timing: 5 minutes (minute 13 to 18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RARI owned "royalties", MANTRA owned "RWA", Fluence owned "DePIN". One word reporters already cover beats a new term nobody searches.
Timing: 5 minutes (minute 18 to 23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Raise, launch, partner, data, hire, or a sharp take on someone else's news. Everything else is an update for your blog.
Timing: 4 minutes (minute 23 to 27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the outlet for your category, read who wrote the last five stories, and pitch them. Thirty right names beat 3,000 emails.
Timing: 5 minutes (minute 27 to 32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 in line one, why now in line two, one proof point, one offer (exclusive, data, interview). No attachments.
Timing: 5 minutes (minute 32 to 37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with the news, dateline, a first paragraph that stands alone, a quote with an opinion, and a boilerplate that fits in three lines.
Timing: 5 minutes (minute 37 to 42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Fluence tied a global Microsoft outage to the case for decentralized compute and ran in e27. Live news gives a quiet company a reason to be quoted.
Timing: 4 minutes (minute 42 to 46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Tangem's self-custody survey gave reporters one stat to lead with, and it ran in English, Korean, Japanese and Dutch editions.
Timing: 4 minutes (minute 46 to 50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the placements that brought inbound, investor replies or AI search citations. A 40-link syndication report is not a result.
Timing: 4 minutes (minute 50 to 54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Thesis, category word, three stories for the next 90 days, 30 names, and who says yes to quotes. Filled in before people leave.
Timing: 6 minutes (minute 54 to 60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Ran founder-led visibility for GAIA from Dec 2024 to Apr 2025, from podcasts to Forbes and Decrypt.
- Placed Fluence co-founder Tom Trowbridge as a DePIN voice, including a CoinDesk op-ed in April 2025.
- Framed MANTRA Chain's $11M raise around RWA and a Middle East angle for CoinDesk in March 2024.
- Taught PR to accelerator founders at the XRPL Labs Accelerator with Tenity and in the Myosin Learns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https://x.com/Shilika_jain/status/1646381477620482054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https://www.shilikajain.com/courses/founder-pr-course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ONE-HOUR MASTERCLASS · 60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Founder PR course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Run your own PR with the same playbook used for GAIA, Fluence, RARI and MANTRA.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YOU LEAVE WITH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 the end of the hour you can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548640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Card 1 badge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Card 1 number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 three-sentence founder thesis that a journalist can quote.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38218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Card 2 badge"/>
          <p:cNvSpPr/>
          <p:nvPr/>
        </p:nvSpPr>
        <p:spPr>
          <a:xfrm>
            <a:off x="4612538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Card 2 number"/>
          <p:cNvSpPr txBox="1"/>
          <p:nvPr/>
        </p:nvSpPr>
        <p:spPr>
          <a:xfrm>
            <a:off x="461253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rd 2 text"/>
          <p:cNvSpPr txBox="1"/>
          <p:nvPr/>
        </p:nvSpPr>
        <p:spPr>
          <a:xfrm>
            <a:off x="4612538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30-name media list from bylines, not from a database export.</a:t>
            </a:r>
            <a:endParaRPr lang="en-US" sz="1500" dirty="0"/>
          </a:p>
        </p:txBody>
      </p:sp>
      <p:sp>
        <p:nvSpPr>
          <p:cNvPr id="12" name="Card 3"/>
          <p:cNvSpPr/>
          <p:nvPr/>
        </p:nvSpPr>
        <p:spPr>
          <a:xfrm>
            <a:off x="8127797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Card 3 badge"/>
          <p:cNvSpPr/>
          <p:nvPr/>
        </p:nvSpPr>
        <p:spPr>
          <a:xfrm>
            <a:off x="8402117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Card 3 number"/>
          <p:cNvSpPr txBox="1"/>
          <p:nvPr/>
        </p:nvSpPr>
        <p:spPr>
          <a:xfrm>
            <a:off x="8402117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 3 text"/>
          <p:cNvSpPr txBox="1"/>
          <p:nvPr/>
        </p:nvSpPr>
        <p:spPr>
          <a:xfrm>
            <a:off x="8402117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 pitch under 150 words with the news in the first line.</a:t>
            </a:r>
            <a:endParaRPr lang="en-US" sz="1500" dirty="0"/>
          </a:p>
        </p:txBody>
      </p:sp>
      <p:sp>
        <p:nvSpPr>
          <p:cNvPr id="16" name="Card 4"/>
          <p:cNvSpPr/>
          <p:nvPr/>
        </p:nvSpPr>
        <p:spPr>
          <a:xfrm>
            <a:off x="548640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Card 4 badge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Card 4 number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Card 4 text"/>
          <p:cNvSpPr txBox="1"/>
          <p:nvPr/>
        </p:nvSpPr>
        <p:spPr>
          <a:xfrm>
            <a:off x="822960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Draft a press release with a real headline, a dateline and a quote that says something.</a:t>
            </a:r>
            <a:endParaRPr lang="en-US" sz="1500" dirty="0"/>
          </a:p>
        </p:txBody>
      </p:sp>
      <p:sp>
        <p:nvSpPr>
          <p:cNvPr id="20" name="Card 5"/>
          <p:cNvSpPr/>
          <p:nvPr/>
        </p:nvSpPr>
        <p:spPr>
          <a:xfrm>
            <a:off x="4338218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1" name="Card 5 badge"/>
          <p:cNvSpPr/>
          <p:nvPr/>
        </p:nvSpPr>
        <p:spPr>
          <a:xfrm>
            <a:off x="4612538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Card 5 number"/>
          <p:cNvSpPr txBox="1"/>
          <p:nvPr/>
        </p:nvSpPr>
        <p:spPr>
          <a:xfrm>
            <a:off x="461253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Card 5 text"/>
          <p:cNvSpPr txBox="1"/>
          <p:nvPr/>
        </p:nvSpPr>
        <p:spPr>
          <a:xfrm>
            <a:off x="4612538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Turn a product update into a story with a reason to run this week.</a:t>
            </a:r>
            <a:endParaRPr lang="en-US" sz="1500" dirty="0"/>
          </a:p>
        </p:txBody>
      </p:sp>
      <p:sp>
        <p:nvSpPr>
          <p:cNvPr id="24" name="Card 6"/>
          <p:cNvSpPr/>
          <p:nvPr/>
        </p:nvSpPr>
        <p:spPr>
          <a:xfrm>
            <a:off x="8127797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5" name="Card 6 badge"/>
          <p:cNvSpPr/>
          <p:nvPr/>
        </p:nvSpPr>
        <p:spPr>
          <a:xfrm>
            <a:off x="8402117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Card 6 number"/>
          <p:cNvSpPr txBox="1"/>
          <p:nvPr/>
        </p:nvSpPr>
        <p:spPr>
          <a:xfrm>
            <a:off x="8402117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Card 6 text"/>
          <p:cNvSpPr txBox="1"/>
          <p:nvPr/>
        </p:nvSpPr>
        <p:spPr>
          <a:xfrm>
            <a:off x="8402117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 coverage by what it moved, not by how many links it produced.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HOUR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13 ideas, 60 minutes</a:t>
            </a:r>
            <a:endParaRPr lang="en-US" sz="3600" dirty="0"/>
          </a:p>
        </p:txBody>
      </p:sp>
      <p:sp>
        <p:nvSpPr>
          <p:cNvPr id="4" name="Agenda 1 number"/>
          <p:cNvSpPr txBox="1"/>
          <p:nvPr/>
        </p:nvSpPr>
        <p:spPr>
          <a:xfrm>
            <a:off x="548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1 title"/>
          <p:cNvSpPr txBox="1"/>
          <p:nvPr/>
        </p:nvSpPr>
        <p:spPr>
          <a:xfrm>
            <a:off x="1097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 is not a press release</a:t>
            </a:r>
            <a:endParaRPr lang="en-US" sz="1500" dirty="0"/>
          </a:p>
        </p:txBody>
      </p:sp>
      <p:sp>
        <p:nvSpPr>
          <p:cNvPr id="6" name="Agenda 1 minutes"/>
          <p:cNvSpPr txBox="1"/>
          <p:nvPr/>
        </p:nvSpPr>
        <p:spPr>
          <a:xfrm>
            <a:off x="5120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Agenda 1 rule"/>
          <p:cNvSpPr/>
          <p:nvPr/>
        </p:nvSpPr>
        <p:spPr>
          <a:xfrm>
            <a:off x="548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Agenda 2 number"/>
          <p:cNvSpPr txBox="1"/>
          <p:nvPr/>
        </p:nvSpPr>
        <p:spPr>
          <a:xfrm>
            <a:off x="548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2 title"/>
          <p:cNvSpPr txBox="1"/>
          <p:nvPr/>
        </p:nvSpPr>
        <p:spPr>
          <a:xfrm>
            <a:off x="1097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Journalists work for their readers</a:t>
            </a:r>
            <a:endParaRPr lang="en-US" sz="1500" dirty="0"/>
          </a:p>
        </p:txBody>
      </p:sp>
      <p:sp>
        <p:nvSpPr>
          <p:cNvPr id="10" name="Agenda 2 minutes"/>
          <p:cNvSpPr txBox="1"/>
          <p:nvPr/>
        </p:nvSpPr>
        <p:spPr>
          <a:xfrm>
            <a:off x="5120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11" name="Agenda 2 rule"/>
          <p:cNvSpPr/>
          <p:nvPr/>
        </p:nvSpPr>
        <p:spPr>
          <a:xfrm>
            <a:off x="548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Agenda 3 number"/>
          <p:cNvSpPr txBox="1"/>
          <p:nvPr/>
        </p:nvSpPr>
        <p:spPr>
          <a:xfrm>
            <a:off x="548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3 title"/>
          <p:cNvSpPr txBox="1"/>
          <p:nvPr/>
        </p:nvSpPr>
        <p:spPr>
          <a:xfrm>
            <a:off x="1097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founder is the story</a:t>
            </a:r>
            <a:endParaRPr lang="en-US" sz="1500" dirty="0"/>
          </a:p>
        </p:txBody>
      </p:sp>
      <p:sp>
        <p:nvSpPr>
          <p:cNvPr id="14" name="Agenda 3 minutes"/>
          <p:cNvSpPr txBox="1"/>
          <p:nvPr/>
        </p:nvSpPr>
        <p:spPr>
          <a:xfrm>
            <a:off x="5120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5" name="Agenda 3 rule"/>
          <p:cNvSpPr/>
          <p:nvPr/>
        </p:nvSpPr>
        <p:spPr>
          <a:xfrm>
            <a:off x="548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Agenda 4 number"/>
          <p:cNvSpPr txBox="1"/>
          <p:nvPr/>
        </p:nvSpPr>
        <p:spPr>
          <a:xfrm>
            <a:off x="548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4 title"/>
          <p:cNvSpPr txBox="1"/>
          <p:nvPr/>
        </p:nvSpPr>
        <p:spPr>
          <a:xfrm>
            <a:off x="1097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three-sentence thesis</a:t>
            </a:r>
            <a:endParaRPr lang="en-US" sz="1500" dirty="0"/>
          </a:p>
        </p:txBody>
      </p:sp>
      <p:sp>
        <p:nvSpPr>
          <p:cNvPr id="18" name="Agenda 4 minutes"/>
          <p:cNvSpPr txBox="1"/>
          <p:nvPr/>
        </p:nvSpPr>
        <p:spPr>
          <a:xfrm>
            <a:off x="5120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9" name="Agenda 4 rule"/>
          <p:cNvSpPr/>
          <p:nvPr/>
        </p:nvSpPr>
        <p:spPr>
          <a:xfrm>
            <a:off x="548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Agenda 5 number"/>
          <p:cNvSpPr txBox="1"/>
          <p:nvPr/>
        </p:nvSpPr>
        <p:spPr>
          <a:xfrm>
            <a:off x="548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5 title"/>
          <p:cNvSpPr txBox="1"/>
          <p:nvPr/>
        </p:nvSpPr>
        <p:spPr>
          <a:xfrm>
            <a:off x="1097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Pick one category word</a:t>
            </a:r>
            <a:endParaRPr lang="en-US" sz="1500" dirty="0"/>
          </a:p>
        </p:txBody>
      </p:sp>
      <p:sp>
        <p:nvSpPr>
          <p:cNvPr id="22" name="Agenda 5 minutes"/>
          <p:cNvSpPr txBox="1"/>
          <p:nvPr/>
        </p:nvSpPr>
        <p:spPr>
          <a:xfrm>
            <a:off x="5120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23" name="Agenda 5 rule"/>
          <p:cNvSpPr/>
          <p:nvPr/>
        </p:nvSpPr>
        <p:spPr>
          <a:xfrm>
            <a:off x="548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Agenda 6 number"/>
          <p:cNvSpPr txBox="1"/>
          <p:nvPr/>
        </p:nvSpPr>
        <p:spPr>
          <a:xfrm>
            <a:off x="548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6 title"/>
          <p:cNvSpPr txBox="1"/>
          <p:nvPr/>
        </p:nvSpPr>
        <p:spPr>
          <a:xfrm>
            <a:off x="1097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counts as news</a:t>
            </a:r>
            <a:endParaRPr lang="en-US" sz="1500" dirty="0"/>
          </a:p>
        </p:txBody>
      </p:sp>
      <p:sp>
        <p:nvSpPr>
          <p:cNvPr id="26" name="Agenda 6 minutes"/>
          <p:cNvSpPr txBox="1"/>
          <p:nvPr/>
        </p:nvSpPr>
        <p:spPr>
          <a:xfrm>
            <a:off x="5120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7" name="Agenda 6 rule"/>
          <p:cNvSpPr/>
          <p:nvPr/>
        </p:nvSpPr>
        <p:spPr>
          <a:xfrm>
            <a:off x="548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Agenda 7 number"/>
          <p:cNvSpPr txBox="1"/>
          <p:nvPr/>
        </p:nvSpPr>
        <p:spPr>
          <a:xfrm>
            <a:off x="548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Agenda 7 title"/>
          <p:cNvSpPr txBox="1"/>
          <p:nvPr/>
        </p:nvSpPr>
        <p:spPr>
          <a:xfrm>
            <a:off x="1097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the list from bylines</a:t>
            </a:r>
            <a:endParaRPr lang="en-US" sz="1500" dirty="0"/>
          </a:p>
        </p:txBody>
      </p:sp>
      <p:sp>
        <p:nvSpPr>
          <p:cNvPr id="30" name="Agenda 7 minutes"/>
          <p:cNvSpPr txBox="1"/>
          <p:nvPr/>
        </p:nvSpPr>
        <p:spPr>
          <a:xfrm>
            <a:off x="5120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1" name="Agenda 7 rule"/>
          <p:cNvSpPr/>
          <p:nvPr/>
        </p:nvSpPr>
        <p:spPr>
          <a:xfrm>
            <a:off x="548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Agenda 8 number"/>
          <p:cNvSpPr txBox="1"/>
          <p:nvPr/>
        </p:nvSpPr>
        <p:spPr>
          <a:xfrm>
            <a:off x="6263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Agenda 8 title"/>
          <p:cNvSpPr txBox="1"/>
          <p:nvPr/>
        </p:nvSpPr>
        <p:spPr>
          <a:xfrm>
            <a:off x="6812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150-word pitch</a:t>
            </a:r>
            <a:endParaRPr lang="en-US" sz="1500" dirty="0"/>
          </a:p>
        </p:txBody>
      </p:sp>
      <p:sp>
        <p:nvSpPr>
          <p:cNvPr id="34" name="Agenda 8 minutes"/>
          <p:cNvSpPr txBox="1"/>
          <p:nvPr/>
        </p:nvSpPr>
        <p:spPr>
          <a:xfrm>
            <a:off x="10835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5" name="Agenda 8 rule"/>
          <p:cNvSpPr/>
          <p:nvPr/>
        </p:nvSpPr>
        <p:spPr>
          <a:xfrm>
            <a:off x="6263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Agenda 9 number"/>
          <p:cNvSpPr txBox="1"/>
          <p:nvPr/>
        </p:nvSpPr>
        <p:spPr>
          <a:xfrm>
            <a:off x="6263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09</a:t>
            </a:r>
            <a:endParaRPr lang="en-US" sz="1300" dirty="0"/>
          </a:p>
        </p:txBody>
      </p:sp>
      <p:sp>
        <p:nvSpPr>
          <p:cNvPr id="37" name="Agenda 9 title"/>
          <p:cNvSpPr txBox="1"/>
          <p:nvPr/>
        </p:nvSpPr>
        <p:spPr>
          <a:xfrm>
            <a:off x="6812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Press release anatomy</a:t>
            </a:r>
            <a:endParaRPr lang="en-US" sz="1500" dirty="0"/>
          </a:p>
        </p:txBody>
      </p:sp>
      <p:sp>
        <p:nvSpPr>
          <p:cNvPr id="38" name="Agenda 9 minutes"/>
          <p:cNvSpPr txBox="1"/>
          <p:nvPr/>
        </p:nvSpPr>
        <p:spPr>
          <a:xfrm>
            <a:off x="10835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9" name="Agenda 9 rule"/>
          <p:cNvSpPr/>
          <p:nvPr/>
        </p:nvSpPr>
        <p:spPr>
          <a:xfrm>
            <a:off x="6263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Agenda 10 number"/>
          <p:cNvSpPr txBox="1"/>
          <p:nvPr/>
        </p:nvSpPr>
        <p:spPr>
          <a:xfrm>
            <a:off x="6263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Agenda 10 title"/>
          <p:cNvSpPr txBox="1"/>
          <p:nvPr/>
        </p:nvSpPr>
        <p:spPr>
          <a:xfrm>
            <a:off x="6812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Newsjacking</a:t>
            </a:r>
            <a:endParaRPr lang="en-US" sz="1500" dirty="0"/>
          </a:p>
        </p:txBody>
      </p:sp>
      <p:sp>
        <p:nvSpPr>
          <p:cNvPr id="42" name="Agenda 10 minutes"/>
          <p:cNvSpPr txBox="1"/>
          <p:nvPr/>
        </p:nvSpPr>
        <p:spPr>
          <a:xfrm>
            <a:off x="10835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43" name="Agenda 10 rule"/>
          <p:cNvSpPr/>
          <p:nvPr/>
        </p:nvSpPr>
        <p:spPr>
          <a:xfrm>
            <a:off x="6263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Agenda 11 number"/>
          <p:cNvSpPr txBox="1"/>
          <p:nvPr/>
        </p:nvSpPr>
        <p:spPr>
          <a:xfrm>
            <a:off x="6263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</a:t>
            </a:r>
            <a:endParaRPr lang="en-US" sz="1300" dirty="0"/>
          </a:p>
        </p:txBody>
      </p:sp>
      <p:sp>
        <p:nvSpPr>
          <p:cNvPr id="45" name="Agenda 11 title"/>
          <p:cNvSpPr txBox="1"/>
          <p:nvPr/>
        </p:nvSpPr>
        <p:spPr>
          <a:xfrm>
            <a:off x="6812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travels</a:t>
            </a:r>
            <a:endParaRPr lang="en-US" sz="1500" dirty="0"/>
          </a:p>
        </p:txBody>
      </p:sp>
      <p:sp>
        <p:nvSpPr>
          <p:cNvPr id="46" name="Agenda 11 minutes"/>
          <p:cNvSpPr txBox="1"/>
          <p:nvPr/>
        </p:nvSpPr>
        <p:spPr>
          <a:xfrm>
            <a:off x="10835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47" name="Agenda 11 rule"/>
          <p:cNvSpPr/>
          <p:nvPr/>
        </p:nvSpPr>
        <p:spPr>
          <a:xfrm>
            <a:off x="6263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Agenda 12 number"/>
          <p:cNvSpPr txBox="1"/>
          <p:nvPr/>
        </p:nvSpPr>
        <p:spPr>
          <a:xfrm>
            <a:off x="6263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</a:t>
            </a:r>
            <a:endParaRPr lang="en-US" sz="1300" dirty="0"/>
          </a:p>
        </p:txBody>
      </p:sp>
      <p:sp>
        <p:nvSpPr>
          <p:cNvPr id="49" name="Agenda 12 title"/>
          <p:cNvSpPr txBox="1"/>
          <p:nvPr/>
        </p:nvSpPr>
        <p:spPr>
          <a:xfrm>
            <a:off x="6812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 what moved</a:t>
            </a:r>
            <a:endParaRPr lang="en-US" sz="1500" dirty="0"/>
          </a:p>
        </p:txBody>
      </p:sp>
      <p:sp>
        <p:nvSpPr>
          <p:cNvPr id="50" name="Agenda 12 minutes"/>
          <p:cNvSpPr txBox="1"/>
          <p:nvPr/>
        </p:nvSpPr>
        <p:spPr>
          <a:xfrm>
            <a:off x="10835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1" name="Agenda 12 rule"/>
          <p:cNvSpPr/>
          <p:nvPr/>
        </p:nvSpPr>
        <p:spPr>
          <a:xfrm>
            <a:off x="6263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2" name="Agenda 13 number"/>
          <p:cNvSpPr txBox="1"/>
          <p:nvPr/>
        </p:nvSpPr>
        <p:spPr>
          <a:xfrm>
            <a:off x="6263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13</a:t>
            </a:r>
            <a:endParaRPr lang="en-US" sz="1300" dirty="0"/>
          </a:p>
        </p:txBody>
      </p:sp>
      <p:sp>
        <p:nvSpPr>
          <p:cNvPr id="53" name="Agenda 13 title"/>
          <p:cNvSpPr txBox="1"/>
          <p:nvPr/>
        </p:nvSpPr>
        <p:spPr>
          <a:xfrm>
            <a:off x="6812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one-page PR plan</a:t>
            </a:r>
            <a:endParaRPr lang="en-US" sz="1500" dirty="0"/>
          </a:p>
        </p:txBody>
      </p:sp>
      <p:sp>
        <p:nvSpPr>
          <p:cNvPr id="54" name="Agenda 13 minutes"/>
          <p:cNvSpPr txBox="1"/>
          <p:nvPr/>
        </p:nvSpPr>
        <p:spPr>
          <a:xfrm>
            <a:off x="10835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6 min</a:t>
            </a:r>
            <a:endParaRPr lang="en-US" sz="1300" dirty="0"/>
          </a:p>
        </p:txBody>
      </p:sp>
      <p:sp>
        <p:nvSpPr>
          <p:cNvPr id="55" name="Agenda 13 rule"/>
          <p:cNvSpPr/>
          <p:nvPr/>
        </p:nvSpPr>
        <p:spPr>
          <a:xfrm>
            <a:off x="6263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01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 is not a press release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Earned coverage comes from a story a reporter wants to tell, not from a document you paid to distribute.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0 to 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02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Journalists work for their readers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is on the publication's payroll, not yours. Every pitch has to answer what their readers get from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 to 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03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founder is the story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Early companies rarely have tier-1 news. Founders with a sharp view do. Coverage follows people before it follows products.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8 to 13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04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three-sentence thesis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What is broken, what you believe that others do not, and the proof you have. If it takes four sentences, it is not ready.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13 to 18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05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Pick one category word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RARI owned "royalties", MANTRA owned "RWA", Fluence owned "DePIN". One word reporters already cover beats a new term nobody searches.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18 to 23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06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counts as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Raise, launch, partner, data, hire, or a sharp take on someone else's news. Everything else is an update for your blog.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23 to 27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07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 the list from bylines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Search the outlet for your category, read who wrote the last five stories, and pitch them. Thirty right names beat 3,000 emails.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27 to 32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08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150-word pitch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News in line one, why now in line two, one proof point, one offer (exclusive, data, interview). No attachments.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32 to 37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09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Press release anatomy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Headline with the news, dateline, a first paragraph that stands alone, a quote with an opinion, and a boilerplate that fits in three lines.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37 to 42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10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Newsjacking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Fluence tied a global Microsoft outage to the case for decentralized compute and ran in e27. Live news gives a quiet company a reason to be quoted.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42 to 46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11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Data travels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Tangem's self-custody survey gave reporters one stat to lead with, and it ran in English, Korean, Japanese and Dutch editions.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46 to 50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12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Measure what moved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Track the placements that brought inbound, investor replies or AI search citations. A 40-link syndication report is not a result.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50 to 54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13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one-page PR plan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Thesis, category word, three stories for the next 90 days, 30 names, and who says yes to quotes. Filled in before people leave.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54 to 60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founder-led visibility for GAIA from Dec 2024 to Apr 2025, from podcasts to Forbes and Decrypt.</a:t>
            </a:r>
            <a:endParaRPr lang="en-US" sz="1600" dirty="0"/>
          </a:p>
        </p:txBody>
      </p:sp>
      <p:sp>
        <p:nvSpPr>
          <p:cNvPr id="7" name="Proof 2 dot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30358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Placed Fluence co-founder Tom Trowbridge as a DePIN voice, including a CoinDesk op-ed in April 2025.</a:t>
            </a:r>
            <a:endParaRPr lang="en-US" sz="1600" dirty="0"/>
          </a:p>
        </p:txBody>
      </p:sp>
      <p:sp>
        <p:nvSpPr>
          <p:cNvPr id="9" name="Proof 3 dot"/>
          <p:cNvSpPr/>
          <p:nvPr/>
        </p:nvSpPr>
        <p:spPr>
          <a:xfrm>
            <a:off x="4937760" y="411480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405993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Framed MANTRA Chain's $11M raise around RWA and a Middle East angle for CoinDesk in March 2024.</a:t>
            </a:r>
            <a:endParaRPr lang="en-US" sz="16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51389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508406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Taught PR to accelerator founders at the XRPL Labs Accelerator with Tenity and in the Myosin Learns series.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54864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82880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projects think PR means asking a publication to write about them. It is the storyline, the messaging, targeted pitches, and the follow-up.</a:t>
            </a:r>
            <a:endParaRPr lang="en-US" sz="3200" dirty="0"/>
          </a:p>
        </p:txBody>
      </p:sp>
      <p:sp>
        <p:nvSpPr>
          <p:cNvPr id="4" name="Quote source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Paraphrased from Shilika Jain's post on X, Apr 2023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shilikajain.com/courses/founder-pr-course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One-hour masterclass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