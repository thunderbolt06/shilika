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821e37e-c24b-fa14-75aa-74c8f8cc3704}">
          <p14:sldIdLst>
            <p14:sldId id="256"/>
            <p14:sldId id="257"/>
          </p14:sldIdLst>
        </p14:section>
        <p14:section name="Teaching" id="{66be8f15-45de-8c2c-0e8c-939a229eff91}">
          <p14:sldIdLst>
            <p14:sldId id="258"/>
            <p14:sldId id="259"/>
            <p14:sldId id="260"/>
            <p14:sldId id="261"/>
            <p14:sldId id="262"/>
          </p14:sldIdLst>
        </p14:section>
        <p14:section name="Activity" id="{749d44b9-bbc7-f9e7-8f97-af6dc347cd5a}">
          <p14:sldIdLst>
            <p14:sldId id="263"/>
          </p14:sldIdLst>
        </p14:section>
        <p14:section name="Quiz" id="{cd8f9205-ff4a-e21e-ed50-f90e1966963b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cap" id="{0f82c913-7386-c705-cc49-8d39b15e2912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Turning the thesis into a story with a moment and a turn, handling interviews and podcasts, and measuring PR by inbound, investor interest and AI citations.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6: Turning the thesis into a story with a moment and a turn, handling interviews and podcasts, and measuring PR by inbound, investor interest and AI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the placements that brought inbound, investor replies or AI search citations. A 40-link syndication report is not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Thesis, category word, three stories for the next 90 days, 30 names, and who says yes to quotes. Filled in before people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thesis into a two-minute story with a moment, a tension and a turn. Practise it until it sounds like talking, not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founder takes a ten-minute mock interview with tough follow-ups, then reviews the recording against the message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three stories onto the next quarter, set who approves quotes, and agree on the three numbers that show PR is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Record a two-minute founder story and a ten-minute mock interview. Score the recording against your message house and set three PR metrics for the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 steady run of interviews around one narrative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 steady run of interviews around one narrative
Why: Repeated founder interviews on decentralized AI agents built a body of work that tier-1 reporters could find and cite.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Inbound from the right buyers or investors after a placement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Inbound from the right buyers or investors after a placement
Why: Coverage matters when it changes who contacts you. Link counts and inflated impressions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Acknowledge it and bridge to a message you can stand behind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Acknowledge it and bridge to a message you can stand behind
Why: Bridging respects the question and moves to ground you can speak to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brief: A launch pack for one real story: positioning doc, 30-name tiered list, three sent pitches with results, a press release, and a recorded two-minute founder story. Shilika reviews each pack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6 OF 6 · FOUNDER PR COURSE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Storytelling, interviews and measurement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two-minute story, the interview and the scorecard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Turning the thesis into a story with a moment and a turn, handling interviews and podcasts, and measuring PR by inbound, investor interest and AI citations.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Measure what moved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Your one-page PR plan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Storytelling for interviews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Mock interview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90-day PR plan and measurement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Measure what moved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Track the placements that brought inbound, investor replies or AI search citations. A 40-link syndication report is not a result.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Storytelling, interviews and measurement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one-page PR plan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Thesis, category word, three stories for the next 90 days, 30 names, and who says yes to quotes. Filled in before people leave.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Storytelling, interviews and measurement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Storytelling for interviews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Turn the thesis into a two-minute story with a moment, a tension and a turn. Practise it until it sounds like talking, not reading.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Mock interview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founder takes a ten-minute mock interview with tough follow-ups, then reviews the recording against the message house.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90-day PR plan and measurement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Map three stories onto the next quarter, set who approves quotes, and agree on the three numbers that show PR is working.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a two-minute founder story and a ten-minute mock interview. Score the recording against your message house and set three PR metrics for the quarter.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It feeds straight into your capstone.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made GAIA's founder visibility compound into Forbes coverage?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big press release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steady run of interviews around one narrative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Paid placements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rebrand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made GAIA's founder visibility compound into Forbes coverage?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One big press release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steady run of interviews around one narrative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Paid placements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rebrand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Repeated founder interviews on decentralized AI agents built a body of work that tier-1 reporters could find and cite.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metric says the most about PR working?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Inbound from the right buyers or investors after a placement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Number of syndicated links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Total impressions claimed by an agency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Press release word count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metric says the most about PR working?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Inbound from the right buyers or investors after a placement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Number of syndicated links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Total impressions claimed by an agency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Press release word count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Coverage matters when it changes who contacts you. Link counts and inflated impressions do not.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 interview, what do you do with a question you should not answer?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Say "no comment" and stop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Make something up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Acknowledge it and bridge to a message you can stand behind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End the interview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 interview, what do you do with a question you should not answer?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Say "no comment" and stop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Make something up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Acknowledge it and bridge to a message you can stand behind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End the interview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Bridging respects the question and moves to ground you can speak to honestly.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Measure what moved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Your one-page PR plan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Storytelling for interviews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Mock interview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90-day PR plan and measurement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THE CAPSTONE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launch pack for one real story: positioning doc, 30-name tiered list, three sent pitches with results, a press release, and a recorded two-minute founder story. Shilika reviews each pack line by 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Module 6, Storytelling, interviews and measurement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