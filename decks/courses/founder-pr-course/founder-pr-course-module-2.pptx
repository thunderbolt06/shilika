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6d139919-ddfc-2f07-3bd6-a36f900d3758}">
          <p14:sldIdLst>
            <p14:sldId id="256"/>
            <p14:sldId id="257"/>
          </p14:sldIdLst>
        </p14:section>
        <p14:section name="Teaching" id="{5cb27286-e5aa-6c03-1737-5bdd697acdb0}">
          <p14:sldIdLst>
            <p14:sldId id="258"/>
            <p14:sldId id="259"/>
            <p14:sldId id="260"/>
            <p14:sldId id="261"/>
            <p14:sldId id="262"/>
          </p14:sldIdLst>
        </p14:section>
        <p14:section name="Activity" id="{6644660c-50f0-9120-6fa1-c95157d60e1a}">
          <p14:sldIdLst>
            <p14:sldId id="263"/>
          </p14:sldIdLst>
        </p14:section>
        <p14:section name="Quiz" id="{c58a4f06-92f0-1b22-eecd-a72518f8c3db}">
          <p14:sldIdLst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Recap" id="{be1bda0e-cdf9-1b9b-8d39-2cca98c22f85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to position a founder as a voice in a category: one belief worth arguing, one category word reporters already cover, and three messages with proof.
Cadence: 6 weekly modules. 90 minutes live, plus about 2 hours of activity work per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2: How to position a founder as a voice in a category: one belief worth arguing, one category word reporters already cover, and three messages with proof.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Early companies rarely have tier-1 news. Founders with a sharp view do. Coverage follows people before it follows products.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broken, what you believe that others do not, and the proof you have. If it takes four sentences, it is not ready.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RARI owned "royalties", MANTRA owned "RWA", Fluence owned "DePIN". One word reporters already cover beats a new term nobody searches.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founder writes a three-sentence thesis, then the room tears it apart. Rewrites until a stranger can repeat it 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Pick the one word you want attached to your name, then build three supporting messages with a proof point under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Activity: Write your three-sentence thesis and a message house. Test the thesis on three people outside your industry and rewrite it after each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the room 30 seconds per question, take a show of hands for A to D, then reveal.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(do not show yet): B, What is broken, what you believe others do not, your proof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B: What is broken, what you believe others do not, your proof
Why: A thesis names a problem, takes a position and backs it with evidence. That is what makes it quotable.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(do not show yet): C, Reporters already covered creator royalties as a beat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C: Reporters already covered creator royalties as a beat
Why: A word editors already cover gives a launch a slot to fit into. "Another L2" competes with dozens of launches that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(do not show yet): A, Three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A: Three
Why: Three messages are easy to remember under pressure and each can carry its own proof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Module 3: The six types of news a reporter will run, how to react to someone else's news with a useful view, and how to turn your own data into a headline.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80160"/>
            <a:ext cx="6675120" cy="3017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5262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286000"/>
            <a:ext cx="105156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06240"/>
            <a:ext cx="96012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_LEF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937760" y="411480"/>
            <a:ext cx="66751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937760" y="777240"/>
            <a:ext cx="667512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493776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MODULE 2 OF 6 · FOUNDER PR COURSE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80160"/>
            <a:ext cx="6675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600" dirty="0">
                <a:solidFill>
                  <a:schemeClr val="bg1"/>
                </a:solidFill>
              </a:rPr>
              <a:t>Founder positioning</a:t>
            </a: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5262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The thesis, the category word and the message house</a:t>
            </a:r>
            <a:endParaRPr lang="en-US" sz="1800" dirty="0"/>
          </a:p>
        </p:txBody>
      </p:sp>
      <p:pic>
        <p:nvPicPr>
          <p:cNvPr id="5" name="Cover photo" descr="Shilika Jain speaking on stage with a microphone in front of a presentation scree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63840" y="0"/>
            <a:ext cx="432785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2 OVERVIEW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In this module</a:t>
            </a:r>
            <a:endParaRPr lang="en-US" sz="3600" dirty="0"/>
          </a:p>
        </p:txBody>
      </p:sp>
      <p:sp>
        <p:nvSpPr>
          <p:cNvPr id="4" name="Summary"/>
          <p:cNvSpPr txBox="1"/>
          <p:nvPr/>
        </p:nvSpPr>
        <p:spPr>
          <a:xfrm>
            <a:off x="548640" y="2011680"/>
            <a:ext cx="6035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How to position a founder as a voice in a category: one belief worth arguing, one category word reporters already cover, and three messages with proof.</a:t>
            </a:r>
            <a:endParaRPr lang="en-US" sz="2200" dirty="0"/>
          </a:p>
        </p:txBody>
      </p:sp>
      <p:sp>
        <p:nvSpPr>
          <p:cNvPr id="5" name="Contents card"/>
          <p:cNvSpPr/>
          <p:nvPr/>
        </p:nvSpPr>
        <p:spPr>
          <a:xfrm>
            <a:off x="7086600" y="1920240"/>
            <a:ext cx="4553712" cy="4023360"/>
          </a:xfrm>
          <a:prstGeom prst="roundRect">
            <a:avLst>
              <a:gd name="adj" fmla="val 318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6" name="Contents"/>
          <p:cNvSpPr txBox="1"/>
          <p:nvPr/>
        </p:nvSpPr>
        <p:spPr>
          <a:xfrm>
            <a:off x="7360920" y="2148840"/>
            <a:ext cx="402336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The founder is the story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The three-sentence thesis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Pick one category word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Exercise: The founder thesis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Exercise: Category word and message house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Activity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Quiz: 3 questions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2 · KEY IDEA 1 OF 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The founder is the story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Early companies rarely have tier-1 news. Founders with a sharp view do. Coverage follows people before it follows products.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KEY IDEA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Module 2: Founder positioning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2 · KEY IDEA 2 OF 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The three-sentence thesis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What is broken, what you believe that others do not, and the proof you have. If it takes four sentences, it is not ready.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KEY IDEA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Module 2: Founder positioning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2 · KEY IDEA 3 OF 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Pick one category word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RARI owned "royalties", MANTRA owned "RWA", Fluence owned "DePIN". One word reporters already cover beats a new term nobody searches.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KEY IDEA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Module 2: Founder positioning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2 · EXERCISE 1 OF 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The founder thesis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Each founder writes a three-sentence thesis, then the room tears it apart. Rewrites until a stranger can repeat it back.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IN-CLASS EXERCISE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E1</a:t>
            </a:r>
            <a:endParaRPr lang="en-US" sz="88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Run live, then debrief as a group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2 · EXERCISE 2 OF 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Category word and message house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Pick the one word you want attached to your name, then build three supporting messages with a proof point under each.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IN-CLASS EXERCISE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E2</a:t>
            </a:r>
            <a:endParaRPr lang="en-US" sz="88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Run live, then debrief as a group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2 ACTIVITY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Your activity for this week</a:t>
            </a:r>
            <a:endParaRPr lang="en-US" sz="3600" dirty="0"/>
          </a:p>
        </p:txBody>
      </p:sp>
      <p:sp>
        <p:nvSpPr>
          <p:cNvPr id="4" name="Activity card"/>
          <p:cNvSpPr/>
          <p:nvPr/>
        </p:nvSpPr>
        <p:spPr>
          <a:xfrm>
            <a:off x="548640" y="2011680"/>
            <a:ext cx="11094415" cy="3108960"/>
          </a:xfrm>
          <a:prstGeom prst="roundRect">
            <a:avLst>
              <a:gd name="adj" fmla="val 5294"/>
            </a:avLst>
          </a:prstGeom>
          <a:solidFill>
            <a:schemeClr val="accent2"/>
          </a:solidFill>
          <a:ln/>
        </p:spPr>
      </p:sp>
      <p:sp>
        <p:nvSpPr>
          <p:cNvPr id="5" name="Activity"/>
          <p:cNvSpPr txBox="1"/>
          <p:nvPr/>
        </p:nvSpPr>
        <p:spPr>
          <a:xfrm>
            <a:off x="1005840" y="2286000"/>
            <a:ext cx="101800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Write your three-sentence thesis and a message house. Test the thesis on three people outside your industry and rewrite it after each one.</a:t>
            </a:r>
            <a:endParaRPr lang="en-US" sz="2600" dirty="0"/>
          </a:p>
        </p:txBody>
      </p:sp>
      <p:sp>
        <p:nvSpPr>
          <p:cNvPr id="6" name="Activity follow-up"/>
          <p:cNvSpPr txBox="1"/>
          <p:nvPr/>
        </p:nvSpPr>
        <p:spPr>
          <a:xfrm>
            <a:off x="548640" y="5349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Bring it to Module 3. It is the first thing we review.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CHECK YOUR UNDERSTANDING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2860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dirty="0">
                <a:solidFill>
                  <a:schemeClr val="bg1"/>
                </a:solidFill>
              </a:rPr>
              <a:t>Quiz: 3 questions</a:t>
            </a: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0624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Pick one answer for each question. The answer and the reason follow each one.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1 OF 3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are the three parts of a founder thesis?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Vision, mission, values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is broken, what you believe others do not, your proof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Product, price, place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Team, traction, tokenomics</a:t>
            </a:r>
            <a:endParaRPr lang="en-US" sz="1600" dirty="0"/>
          </a:p>
        </p:txBody>
      </p:sp>
      <p:sp>
        <p:nvSpPr>
          <p:cNvPr id="20" name="Prompt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Take 30 seconds. Commit to one letter before the reveal.</a:t>
            </a:r>
            <a:endParaRPr lang="en-US" sz="15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1 OF 3 · ANSWER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are the three parts of a founder thesis?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Vision, mission, values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is broken, what you believe others do not, your proof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Product, price, place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Team, traction, tokenomics</a:t>
            </a:r>
            <a:endParaRPr lang="en-US" sz="1600" dirty="0"/>
          </a:p>
        </p:txBody>
      </p:sp>
      <p:sp>
        <p:nvSpPr>
          <p:cNvPr id="20" name="Why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Answer B.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 thesis names a problem, takes a position and backs it with evidence. That is what makes it quotable.</a:t>
            </a:r>
            <a:endParaRPr lang="en-US" sz="17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2 OF 3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did RARI Chain lead with "royalties" rather than "new L2"?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Royalties was shorter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L2s were banned from CoinDesk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Reporters already covered creator royalties as a beat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It was cheaper</a:t>
            </a:r>
            <a:endParaRPr lang="en-US" sz="1600" dirty="0"/>
          </a:p>
        </p:txBody>
      </p:sp>
      <p:sp>
        <p:nvSpPr>
          <p:cNvPr id="20" name="Prompt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Take 30 seconds. Commit to one letter before the reveal.</a:t>
            </a:r>
            <a:endParaRPr lang="en-US" sz="15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2 OF 3 · ANSWER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did RARI Chain lead with "royalties" rather than "new L2"?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Royalties was shorter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L2s were banned from CoinDesk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Reporters already covered creator royalties as a beat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It was cheaper</a:t>
            </a:r>
            <a:endParaRPr lang="en-US" sz="1600" dirty="0"/>
          </a:p>
        </p:txBody>
      </p:sp>
      <p:sp>
        <p:nvSpPr>
          <p:cNvPr id="20" name="Why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Answer C.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 word editors already cover gives a launch a slot to fit into. "Another L2" competes with dozens of launches that week.</a:t>
            </a:r>
            <a:endParaRPr lang="en-US" sz="17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3 OF 3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message house should have how many supporting messages under the main one?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Three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One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Seven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As many as features</a:t>
            </a:r>
            <a:endParaRPr lang="en-US" sz="1600" dirty="0"/>
          </a:p>
        </p:txBody>
      </p:sp>
      <p:sp>
        <p:nvSpPr>
          <p:cNvPr id="20" name="Prompt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Take 30 seconds. Commit to one letter before the reveal.</a:t>
            </a:r>
            <a:endParaRPr lang="en-US" sz="15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3 OF 3 · ANSWER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message house should have how many supporting messages under the main one?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Three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One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Seven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As many as features</a:t>
            </a:r>
            <a:endParaRPr lang="en-US" sz="1600" dirty="0"/>
          </a:p>
        </p:txBody>
      </p:sp>
      <p:sp>
        <p:nvSpPr>
          <p:cNvPr id="20" name="Why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Answer A.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Three messages are easy to remember under pressure and each can carry its own proof point.</a:t>
            </a:r>
            <a:endParaRPr lang="en-US" sz="17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2 RECAP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What to remember</a:t>
            </a:r>
            <a:endParaRPr lang="en-US" sz="3600" dirty="0"/>
          </a:p>
        </p:txBody>
      </p:sp>
      <p:sp>
        <p:nvSpPr>
          <p:cNvPr id="4" name="Recap list"/>
          <p:cNvSpPr txBox="1"/>
          <p:nvPr/>
        </p:nvSpPr>
        <p:spPr>
          <a:xfrm>
            <a:off x="548640" y="2057400"/>
            <a:ext cx="6035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The founder is the story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The three-sentence thesis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Pick one category word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Practised: The founder thesis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Practised: Category word and message house</a:t>
            </a:r>
            <a:endParaRPr lang="en-US" sz="2000" dirty="0"/>
          </a:p>
        </p:txBody>
      </p:sp>
      <p:sp>
        <p:nvSpPr>
          <p:cNvPr id="5" name="Next card"/>
          <p:cNvSpPr/>
          <p:nvPr/>
        </p:nvSpPr>
        <p:spPr>
          <a:xfrm>
            <a:off x="7086600" y="1920240"/>
            <a:ext cx="4553712" cy="4023360"/>
          </a:xfrm>
          <a:prstGeom prst="roundRect">
            <a:avLst>
              <a:gd name="adj" fmla="val 4091"/>
            </a:avLst>
          </a:prstGeom>
          <a:solidFill>
            <a:schemeClr val="tx1"/>
          </a:solidFill>
          <a:ln/>
        </p:spPr>
      </p:sp>
      <p:sp>
        <p:nvSpPr>
          <p:cNvPr id="6" name="Next label"/>
          <p:cNvSpPr txBox="1"/>
          <p:nvPr/>
        </p:nvSpPr>
        <p:spPr>
          <a:xfrm>
            <a:off x="7406640" y="2240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NEXT: MODULE 3</a:t>
            </a:r>
            <a:endParaRPr lang="en-US" sz="1200" dirty="0"/>
          </a:p>
        </p:txBody>
      </p:sp>
      <p:sp>
        <p:nvSpPr>
          <p:cNvPr id="7" name="Next"/>
          <p:cNvSpPr txBox="1"/>
          <p:nvPr/>
        </p:nvSpPr>
        <p:spPr>
          <a:xfrm>
            <a:off x="7406640" y="2697480"/>
            <a:ext cx="39319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 stories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ilika Jain">
  <a:themeElements>
    <a:clrScheme name="Shilika Jain">
      <a:dk1>
        <a:srgbClr val="100D09"/>
      </a:dk1>
      <a:lt1>
        <a:srgbClr val="FFFFFF"/>
      </a:lt1>
      <a:dk2>
        <a:srgbClr val="302D28"/>
      </a:dk2>
      <a:lt2>
        <a:srgbClr val="F4F2EA"/>
      </a:lt2>
      <a:accent1>
        <a:srgbClr val="E1F250"/>
      </a:accent1>
      <a:accent2>
        <a:srgbClr val="F4E6CA"/>
      </a:accent2>
      <a:accent3>
        <a:srgbClr val="75716B"/>
      </a:accent3>
      <a:accent4>
        <a:srgbClr val="D1CDC7"/>
      </a:accent4>
      <a:accent5>
        <a:srgbClr val="CBDB00"/>
      </a:accent5>
      <a:accent6>
        <a:srgbClr val="1D1A15"/>
      </a:accent6>
      <a:hlink>
        <a:srgbClr val="302D28"/>
      </a:hlink>
      <a:folHlink>
        <a:srgbClr val="75716B"/>
      </a:folHlink>
    </a:clrScheme>
    <a:fontScheme name="Shilika Jain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Founder PR course: Module 2, Founder positioning</dc:title>
  <dc:subject>Founder PR course: positioning, media outreach, press releases and storytelling</dc:subject>
  <dc:creator>Shilika Jain</dc:creator>
  <cp:lastModifiedBy>Shilika Jain</cp:lastModifiedBy>
  <cp:revision>1</cp:revision>
  <dcterms:created xsi:type="dcterms:W3CDTF">2026-10-31T12:02:45Z</dcterms:created>
  <dcterms:modified xsi:type="dcterms:W3CDTF">2026-10-31T12:02:45Z</dcterms:modified>
</cp:coreProperties>
</file>