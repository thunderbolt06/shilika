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c56fd75-8ea6-8733-d80f-e87051579a38}">
          <p14:sldIdLst>
            <p14:sldId id="256"/>
            <p14:sldId id="257"/>
          </p14:sldIdLst>
        </p14:section>
        <p14:section name="Teaching" id="{670247b7-8f03-b40d-5c4e-ea33a7b41a60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Activity" id="{29a8d46e-f11a-13cf-5d29-faf5395bc562}">
          <p14:sldIdLst>
            <p14:sldId id="264"/>
          </p14:sldIdLst>
        </p14:section>
        <p14:section name="Quiz" id="{f4f00c37-3e7a-c9bd-6692-62fc672c89a6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Recap" id="{05c403a9-7d7c-8397-bc8a-79efe7bb4d3b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Building a media list from bylines, writing a pitch under 150 words, when to offer an exclusive, how embargoes work and how to follow up once.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Building a media list from bylines, writing a pitch under 150 words, when to offer an exclusive, how embargoes work and how to follow up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the outlet for your category, read who wrote the last five stories, and pitch them. Thirty right names beat 3,000 emails.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News in line one, why now in line two, one proof point, one offer (exclusive, data, interview). No attachments.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site search on CoinDesk, Decrypt, TechCrunch or your sector's trade press to find the reporters who covered your category in the last 90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the list by fit, not by logo. Note each reporter's last relevant story and the angle they keep returning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three pitches under 150 words for three different reporters. Swap with a partner, cut every sentence that does not earn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to offer an exclusive, how an embargo works across time zones, and the one follow-up that is polite rather than pushy.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Build a 30-name list with each reporter's last relevant story. Write and send three pitches, then log replies, opens and what you would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In the first 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In the first line
Why: Reporters decide in seconds. If line one does not hold the news, the rest is rarely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Reporters who recently wrote about your category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Reporters who recently wrote about your category
Why: A reporter who covered your category last month already has a reason to care. Generic lists produce generic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One, with something new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One, with something new
Why: One follow-up that adds a fact or a new angle is helpful. Repeated chasing burns the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5: Release structure from headline to boilerplate, how to write a quote that says something, and when a release helps versus when a pitch alone is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4 OF 6 · FOUNDER PR COURSE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Media outreach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Lists, pitches, exclusives and follow-up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Building a media list from bylines, writing a pitch under 150 words, when to offer an exclusive, how embargoes work and how to follow up once.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Build the list from bylines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150-word pitch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Byline research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Build the 30-name list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Pitch writing lab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Exclusives, embargoes and follow-up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Build the list from bylines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Search the outlet for your category, read who wrote the last five stories, and pitch them. Thirty right names beat 3,000 emails.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4: Media outreach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150-word pitch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News in line one, why now in line two, one proof point, one offer (exclusive, data, interview). No attachments.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4: Media outreach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Byline research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Use site search on CoinDesk, Decrypt, TechCrunch or your sector's trade press to find the reporters who covered your category in the last 90 days.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Build the 30-name list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Tier the list by fit, not by logo. Note each reporter's last relevant story and the angle they keep returning to.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Pitch writing lab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Write three pitches under 150 words for three different reporters. Swap with a partner, cut every sentence that does not earn its place.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E3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Exclusives, embargoes and follow-up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When to offer an exclusive, how an embargo works across time zones, and the one follow-up that is polite rather than pushy.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E4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30-name list with each reporter's last relevant story. Write and send three pitches, then log replies, opens and what you would change.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5.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the news go in a pitch?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attachment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last paragraph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first line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subject line only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the news go in a pitch?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In the attachment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In the last paragraph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first line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In the subject line only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Reporters decide in seconds. If line one does not hold the news, the rest is rarely read.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best source for a media list?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purchased database export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editor at the top ten outlets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Your investors' contacts only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Reporters who recently wrote about your category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best source for a media list?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purchased database export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Every editor at the top ten outlets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Your investors' contacts only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Reporters who recently wrote about your category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reporter who covered your category last month already has a reason to care. Generic lists produce generic silence.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follow-ups is reasonable for an unanswered pitch?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None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One, with something new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Five, daily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Until they reply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follow-ups is reasonable for an unanswered pitch?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None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One, with something new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Five, daily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Until they reply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One follow-up that adds a fact or a new angle is helpful. Repeated chasing burns the relationship.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Build the list from bylines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150-word pitch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Byline research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Build the 30-name list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Pitch writing lab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Exclusives, embargoes and follow-up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5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 release development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Founder PR course: Module 4, Media outreach</dc:title>
  <dc:subject>Founder PR course: positioning, media outreach, press releases and storytelling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