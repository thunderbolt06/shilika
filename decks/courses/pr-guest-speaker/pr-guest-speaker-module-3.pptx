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bf1fe4e-de3b-4e33-c04d-a19264616301}">
          <p14:sldIdLst>
            <p14:sldId id="256"/>
            <p14:sldId id="257"/>
          </p14:sldIdLst>
        </p14:section>
        <p14:section name="Teaching" id="{761fd930-34a8-3ce4-7916-7f198a63581d}">
          <p14:sldIdLst>
            <p14:sldId id="258"/>
            <p14:sldId id="259"/>
            <p14:sldId id="260"/>
          </p14:sldIdLst>
        </p14:section>
        <p14:section name="Activity" id="{0f2ea09f-d90e-c02c-c117-a6c8d0fc6c33}">
          <p14:sldIdLst>
            <p14:sldId id="261"/>
          </p14:sldIdLst>
        </p14:section>
        <p14:section name="Quiz" id="{7b9067b7-bc8c-86bb-3ec2-04f9928c8071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8b392d86-fb6d-604b-c904-d56fb83f886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reputation builds over years, how one clear narrative helps a company get remembered, and how repeated coverage feeds AI search answers.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3: Why reputation builds over years, how one clear narrative helps a company get remembered, and how repeated coverage feeds AI search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 is not magic. It works over years, through relationships and repeated conversations with reporters, and one bad quarter can draw the ledger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now meet companies through ChatGPT and Perplexity answers. Those answers lean on what reputable outlets have already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GAIA's founder interviews from December 2024 to April 2025 compounded into Forbes, Decrypt and Benzinga. Students trace how steady exposure builds a name reporters can find.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a three-line narrative for a company you admire: what it believes, why that matters, and the proof. Then find one story that supports each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It led with one clear angle: protecting NFT creator royalties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It led with one clear angle: protecting NFT creator royalties
Why: A sharp angle reporters already cover gives a launch a slot to fit into. A generic launch competes with every other one that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Steady relationships and repeated, consistent stories over time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Steady relationships and repeated, consistent stories over time
Why: Reputation compounds through repeated honest contact with reporters and audiences. A single campaign fades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AI answers often draw on what reputable outlets have published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AI answers often draw on what reputable outlets have published
Why: Assistants like ChatGPT and Perplexity cite published sources. Coverage in credible outlets shapes how a company gets described in those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4: What to do in the first hour of a crisis, how to write a holding statement that is honest without guessing, and how to handle an investigative reporter.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3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Reputation and narrative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reputation is built, and how it compounds</a:t>
            </a:r>
            <a:endParaRPr lang="en-US" sz="1800" dirty="0"/>
          </a:p>
        </p:txBody>
      </p:sp>
      <p:pic>
        <p:nvPicPr>
          <p:cNvPr id="5" name="Cover photo" descr="Shilika Jain seated in a wood-panelled library lounge lined with leather-bound book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Why reputation builds over years, how one clear narrative helps a company get remembered, and how repeated coverage feeds AI search answers.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Reputation is a ledger, not a launch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AI search reads the press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How reputation compounds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Reputation is a ledger, not a launch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PR is not magic. It works over years, through relationships and repeated conversations with reporters, and one bad quarter can draw the ledger down.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Reputation and narrative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AI search reads the press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Students now meet companies through ChatGPT and Perplexity answers. Those answers lean on what reputable outlets have already published.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3: Reputation and narrative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How reputation compounds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GAIA's founder interviews from December 2024 to April 2025 compounded into Forbes, Decrypt and Benzinga. Students trace how steady exposure builds a name reporters can find.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three-line narrative for a company you admire: what it believes, why that matters, and the proof. Then find one story that supports each line.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4.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RARI Chain's mainnet land in CoinDesk, The Block and Cointelegraph the same week?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paid all three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led with one clear angle: protecting NFT creator royalties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launched at a conference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released a long technical paper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did RARI Chain's mainnet land in CoinDesk, The Block and Cointelegraph the same week?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paid all three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led with one clear angle: protecting NFT creator royalties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launched at a conference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released a long technical paper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sharp angle reporters already cover gives a launch a slot to fit into. A generic launch competes with every other one that week.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best describes how reputation builds?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One big launch campaign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Buying placements in top outlets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Steady relationships and repeated, consistent stories over time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rebrand every year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best describes how reputation builds?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One big launch campaign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Buying placements in top outlets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Steady relationships and repeated, consistent stories over time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rebrand every year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Reputation compounds through repeated honest contact with reporters and audiences. A single campaign fades fast.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press coverage now matter for AI search?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assistants only read company websites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Press coverage is blocked from AI tools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does not matter at all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answers often draw on what reputable outlets have published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press coverage now matter for AI search?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AI assistants only read company websites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Press coverage is blocked from AI tools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does not matter at all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 answers often draw on what reputable outlets have published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Assistants like ChatGPT and Perplexity cite published sources. Coverage in credible outlets shapes how a company gets described in those answers.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3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Reputation is a ledger, not a launch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AI search reads the press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How reputation compounds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4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Crisis communications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3, Reputation and narrative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