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73aa9b7-8f31-223d-d8fb-d3a358ab3428}">
          <p14:sldIdLst>
            <p14:sldId id="256"/>
            <p14:sldId id="257"/>
          </p14:sldIdLst>
        </p14:section>
        <p14:section name="Teaching" id="{8c3e52a4-6ac9-5ff0-941b-027a22afb62c}">
          <p14:sldIdLst>
            <p14:sldId id="258"/>
            <p14:sldId id="259"/>
            <p14:sldId id="260"/>
            <p14:sldId id="261"/>
            <p14:sldId id="262"/>
          </p14:sldIdLst>
        </p14:section>
        <p14:section name="Activity" id="{ef281e0c-a95e-fee0-edab-3c7bb6fefb0d}">
          <p14:sldIdLst>
            <p14:sldId id="263"/>
          </p14:sldIdLst>
        </p14:section>
        <p14:section name="Quiz" id="{b8e27e99-54b9-cf05-f210-0609ec1b88aa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cap" id="{2643d012-9207-d47e-b1c1-2b9e42bd897a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decides what runs, what reporters owe their readers, and how to tell earned coverage from sponsored or paid content.
Cadence: 6 modules, usually one a week. 75 to 90 minutes live, plus about 2 hours of reading and activity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Who decides what runs, what reporters owe their readers, and how to tell earned coverage from sponsored or paid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Journalists are on the media's payroll, not the company's. A pitch works only when it gives their readers something worth knowing.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RARI Chain's mainnet in January 2024 was framed around protecting NFT creator royalties. One clear angle put it in CoinDesk, The Block and Cointelegraph the same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Bullieverse's $4M raise earned Economic Times, Inc42 and YourStory, while its CoinDesk piece was sponsored. Learn to read the label before you cite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pull apart three real stories (RARI Chain, MANTRA Chain, Bullieverse) and mark who spoke, what the hook was, and whether the piece was earned or sponsored.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 journalist prepares an interview, drawn from Shilika's CryptoDaily UK interviews at TOKEN2049 and Solana Breakpoint. Students write the questions they would ask their own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Find five stories about one industry. Label each as earned, sponsored or paid, and write one line on how you could tell.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Their publication and its readers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Their publication and its readers
Why: Reporters are paid by their publication to serve its readers. A pitch that does not serve those readers gets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It was sponsored, not earned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It was sponsored, not earned
Why: The same news can appear as earned coverage in one outlet and as paid content in another. Students and analysts should check the label before citing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The story tells their readers something new and relevant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The story tells their readers something new and relevant
Why: Relevance to readers is the editor's filter. Everything else is noise in a crowded inbox.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3: Why reputation builds over years, how one clear narrative helps a company get remembered, and how repeated coverage feeds AI search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2 OF 6 · PR GUEST LECTURE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How newsrooms work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Reporters, editors and what makes news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Who decides what runs, what reporters owe their readers, and how to tell earned coverage from sponsored or paid content.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Media relations: whose side is the reporter on?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How a story gets made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Earned, sponsored and paid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Read the newsroom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The reporter's side of the table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Media relations: whose side is the reporter on?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Journalists are on the media's payroll, not the company's. A pitch works only when it gives their readers something worth knowing.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How newsrooms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a story gets made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RARI Chain's mainnet in January 2024 was framed around protecting NFT creator royalties. One clear angle put it in CoinDesk, The Block and Cointelegraph the same week.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How newsrooms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Earned, sponsored and paid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Bullieverse's $4M raise earned Economic Times, Inc42 and YourStory, while its CoinDesk piece was sponsored. Learn to read the label before you cite the story.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How newsrooms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Read the newsroom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Teams pull apart three real stories (RARI Chain, MANTRA Chain, Bullieverse) and mark who spoke, what the hook was, and whether the piece was earned or sponsored.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reporter's side of the table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How a journalist prepares an interview, drawn from Shilika's CryptoDaily UK interviews at TOKEN2049 and Solana Breakpoint. Students write the questions they would ask their own company.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five stories about one industry. Label each as earned, sponsored or paid, and write one line on how you could tell.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3.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does a journalist ultimately work for?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publication and its readers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company in the story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PR agency that pitched them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advertisers on the page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does a journalist ultimately work for?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publication and its readers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company in the story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PR agency that pitched them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advertisers on the page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are paid by their publication to serve its readers. A pitch that does not serve those readers gets ignored.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$4M raise appeared in Economic Times and in CoinDesk. What was different about the CoinDesk piece?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an op-ed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sponsored, not earned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a translation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an exclusive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$4M raise appeared in Economic Times and in CoinDesk. What was different about the CoinDesk piece?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an op-ed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sponsored, not earned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a translation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an exclusive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same news can appear as earned coverage in one outlet and as paid content in another. Students and analysts should check the label before citing it.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the strongest reason a reporter runs a company story?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company sent a long press release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company follows them on X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founder asked politely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story tells their readers something new and relevant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the strongest reason a reporter runs a company story?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company sent a long press release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company follows them on X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founder asked politely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story tells their readers something new and relevant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Relevance to readers is the editor's filter. Everything else is noise in a crowded inbox.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Media relations: whose side is the reporter on?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a story gets made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Earned, sponsored and paid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Read the newsroom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The reporter's side of the table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3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 and narrative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guest lecture: Module 2, How newsrooms work</dc:title>
  <dc:subject>PR guest speaker: guest lectures on public relations and corporate communications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