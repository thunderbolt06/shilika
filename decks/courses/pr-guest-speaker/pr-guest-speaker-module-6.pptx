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8c53da4-3433-12d5-e82a-48d0ebb10674}">
          <p14:sldIdLst>
            <p14:sldId id="256"/>
            <p14:sldId id="257"/>
          </p14:sldIdLst>
        </p14:section>
        <p14:section name="Teaching" id="{84612f29-31dd-a84e-331b-82d7d1c1996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ctivity" id="{30614c47-c92f-cc1c-8e7d-ac9c25e0908d}">
          <p14:sldIdLst>
            <p14:sldId id="264"/>
          </p14:sldIdLst>
        </p14:section>
        <p14:section name="Quiz" id="{a5da9bcc-b197-0961-9b81-3fc83061bb8f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cap" id="{24df2cb0-084d-dd1a-54e9-45439985b6c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routes into PR and corporate comms, the portfolio that gets a first interview, and why public speaking is a skill you can train.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The main routes into PR and corporate comms, the portfolio that gets a first interview, and why public speaking is a skill you can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 marketing at Momentum6 and Bloom360, bylines at The Chainsaw and CryptoDaily UK, then APAC lead at CoinMarketCap and PR at Myosin. Writing and speaking opened every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Q&amp;A, then one assignment: pick a company, read its last five news stories, and write down which desk each one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Agency, in-house, the journalism side and freelance writing. What each first job teaches, what it pays in skills, and which one suits which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Toastmasters-style table topics: one-minute answers to surprise prompts, then a prepared two-minute talk on a comms lesson from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short op-ed outline or a pitch to a named reporter on a topic you care about. It becomes the first sample in a PR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Unscripted Q&amp;A on PR careers, then each student writes three steps for the next 90 days: a skill, a piece of writing and one person to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Give a recorded two-minute talk on a comms lesson from the series, and write a one-page portfolio with two writing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Publishing writing under your own byline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Publishing writing under your own byline
Why: Bylines prove you can write for an audience and an editor. Hiring managers want to read your work, not a list of courses.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Practise regularly in a structured setting like Toastmasters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Practise regularly in a structured setting like Toastmasters
Why: Speaking improves with repetition and feedback. Structured practice turns a weakness into a working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What reporters need from a pitch and an interview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What reporters need from a pitch and an interview
Why: Interviewing people yourself shows what makes a source useful. It is the fastest way to stop writing pitches reporters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communications plan for a real organisation of the student's choice: a stakeholder map, a narrative, one announcement written for five audiences, a crisis holding statement, and a five-minute talk presenting the plan to the class. Shilika reviews each plan and gives written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Building a PR career and your own voice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Four doors into PR, and learning to speak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main routes into PR and corporate comms, the portfolio that gets a first interview, and why public speaking is a skill you can train.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How PR careers actually start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Questions, and one thing to make this term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Four doors into PR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Speaking lab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Portfolio piece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Open floor and 90-day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PR careers actually start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Agency marketing at Momentum6 and Bloom360, bylines at The Chainsaw and CryptoDaily UK, then APAC lead at CoinMarketCap and PR at Myosin. Writing and speaking opened every door.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Building a PR career and your own voice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Questions, and one thing to make this term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Open Q&amp;A, then one assignment: pick a company, read its last five news stories, and write down which desk each one came from.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Building a PR career and your own voice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Four doors into PR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Agency, in-house, the journalism side and freelance writing. What each first job teaches, what it pays in skills, and which one suits which person.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Speaking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Toastmasters-style table topics: one-minute answers to surprise prompts, then a prepared two-minute talk on a comms lesson from the week.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Portfolio piece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a short op-ed outline or a pitch to a named reporter on a topic you care about. It becomes the first sample in a PR portfolio.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Open floor and 90-day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Unscripted Q&amp;A on PR careers, then each student writes three steps for the next 90 days: a skill, a piece of writing and one person to contact.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a recorded two-minute talk on a comms lesson from the series, and write a one-page portfolio with two writing samples.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first step does most to build a PR portfolio as a student?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Collecting certificates only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Following PR agencies online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Publishing writing under your own byline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Waiting for a graduate scheme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first step does most to build a PR portfolio as a student?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Collecting certificates only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Following PR agencies online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Publishing writing under your own byline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Waiting for a graduate scheme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Bylines prove you can write for an audience and an editor. Hiring managers want to read your work, not a list of courses.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student is nervous about speaking in public. What is the most useful next step?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Avoid roles that involve speaking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Practise regularly in a structured setting like Toastmasters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speak when fully scripted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 until the nerves pass on their own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student is nervous about speaking in public. What is the most useful next step?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Avoid roles that involve speaking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Practise regularly in a structured setting like Toastmasters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speak when fully scripted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Wait until the nerves pass on their own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Speaking improves with repetition and feedback. Structured practice turns a weakness into a working skill.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working on the journalism side teach a future PR professional?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reporters need from a pitch and an interview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 useful for PR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to buy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to avoid reporters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working on the journalism side teach a future PR professional?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reporters need from a pitch and an interview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 useful for PR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How to buy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How to avoid reporters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Interviewing people yourself shows what makes a source useful. It is the fastest way to stop writing pitches reporters ignore.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PR careers actually start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Questions, and one thing to make this term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Four doors into PR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Speaking lab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Portfolio piece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Open floor and 90-day plan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communications plan for a real organisation of the student's choice: a stakeholder map, a narrative, one announcement written for five audiences, a crisis holding statement, and a five-minute talk presenting the plan to the class. Shilika reviews each plan and gives written feedback.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6, Building a PR career and your own voice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