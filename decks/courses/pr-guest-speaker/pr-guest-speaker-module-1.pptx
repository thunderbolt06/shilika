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b976b74-23d3-59e8-65b4-b093ddbb2b6f}">
          <p14:sldIdLst>
            <p14:sldId id="256"/>
            <p14:sldId id="257"/>
          </p14:sldIdLst>
        </p14:section>
        <p14:section name="Teaching" id="{bacd9196-264d-3b93-abba-5af280f3945a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Activity" id="{ca7badc1-9bea-25dd-b957-9abeefbf8efa}">
          <p14:sldIdLst>
            <p14:sldId id="264"/>
          </p14:sldIdLst>
        </p14:section>
        <p14:section name="Quiz" id="{cd7aedf2-ada9-09a1-0019-d3fee7c2556f}">
          <p14:sldIdLst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Recap" id="{eda95c72-9610-08e4-1967-2942723b1109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media relations, internal comms, investor comms, crisis comms and public affairs fit together, and why PR is wider than getting a story published.
Cadence: 6 modules, usually one a week. 75 to 90 minutes live, plus about 2 hours of reading and activity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How media relations, internal comms, investor comms, crisis comms and public affairs fit together, and why PR is wider than getting a story published.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was bullied at school for not speaking English well. Toastmasters made me a public speaker, and PR made speaking my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Public relations is the work of earning trust from the people a company depends on. Coverage is one output, not the whole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relations, internal comms, investor comms, crisis comms and public affairs. Most companies run all five, even when one person holds every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Staff who learn company news from a headline stop trusting the next memo. Internal comms decides what people say about the company at dinner.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Media, internal, investor, crisis and public affairs, with a real example on each desk and the question it answers for the company.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piece of company news and write it five ways: a press note, a staff memo, an investor update, a regulator-facing summary and a community post.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Pick a listed company and sort its last ten announcements by desk. Note which audiences each one was really written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A staff memo sent before a restructuring is announced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A staff memo sent before a restructuring is announced
Why: Internal comms owns what employees hear and when. Staff should hear major news from the company before they read it in the press.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Earning trust from the people a company depends 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Earning trust from the people a company depends on
Why: PR is about trust with every stakeholder. Articles, releases and posts are tools for that, not the definition of the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All five, at smaller scale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All five, at smaller scale
Why: Even a small company has staff, investors, reporters, regulators and a crisis waiting to happen. One person just holds every desk.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2: Who decides what runs, what reporters owe their readers, and how to tell earned coverage from sponsored or paid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1 OF 6 · PR GUEST LECTURE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What corporate communications is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five desks of corporate comms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media relations, internal comms, investor comms, crisis comms and public affairs fit together, and why PR is wider than getting a story published.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Why I talk for a living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PR is not buying an article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The five desks of corporate comms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Internal comms: employees hear it first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Guest lecture: the five desks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One announcement, five audiences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Why I talk for a living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I was bullied at school for not speaking English well. Toastmasters made me a public speaker, and PR made speaking my job.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corporate communications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PR is not buying an article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Public relations is the work of earning trust from the people a company depends on. Coverage is one output, not the whole job.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corporate communications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five desks of corporate comms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Media relations, internal comms, investor comms, crisis comms and public affairs. Most companies run all five, even when one person holds every desk.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corporate communications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Internal comms: employees hear it first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Staff who learn company news from a headline stop trusting the next memo. Internal comms decides what people say about the company at dinner.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What corporate communications is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Guest lecture: the five desks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Media, internal, investor, crisis and public affairs, with a real example on each desk and the question it answers for the company.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announcement, five audiences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Take one piece of company news and write it five ways: a press note, a staff memo, an investor update, a regulator-facing summary and a community post.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Pick a listed company and sort its last ten announcements by desk. Note which audiences each one was really written for.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2.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belongs to the internal comms desk?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pitch to a business reporter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staff memo sent before a restructuring is announced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 investor update on quarterly results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submission to a regulator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of these belongs to the internal comms desk?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pitch to a business reporter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 staff memo sent before a restructuring is announced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An investor update on quarterly results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 submission to a regulator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Internal comms owns what employees hear and when. Staff should hear major news from the company before they read it in the press.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best describes public relations?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Buying articles in well-known outlets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Earning trust from the people a company depends on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Running social media ads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Writing press releases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best describes public relations?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Buying articles in well-known outlets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Earning trust from the people a company depends on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Running social media ads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Writing press releases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PR is about trust with every stakeholder. Articles, releases and posts are tools for that, not the definition of the job.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startup has one comms person. How many of the five desks still apply?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media relations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Media and investor comms only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 five, at smaller scale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None until Series B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small startup has one comms person. How many of the five desks still apply?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Only media relations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Media and investor comms only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All five, at smaller scale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None until Series B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Even a small company has staff, investors, reporters, regulators and a crisis waiting to happen. One person just holds every desk.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Why I talk for a living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 is not buying an article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The five desks of corporate comms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Internal comms: employees hear it first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Guest lecture: the five desks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One announcement, five audiences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2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newsrooms work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 guest lecture: Module 1, What corporate communications is</dc:title>
  <dc:subject>PR guest speaker: guest lectures on public relations and corporate communications</dc:subject>
  <dc:creator>Shilika Jain</dc:creator>
  <cp:lastModifiedBy>Shilika Jain</cp:lastModifiedBy>
  <cp:revision>1</cp:revision>
  <dcterms:created xsi:type="dcterms:W3CDTF">2026-10-31T12:02:44Z</dcterms:created>
  <dcterms:modified xsi:type="dcterms:W3CDTF">2026-10-31T12:02:44Z</dcterms:modified>
</cp:coreProperties>
</file>