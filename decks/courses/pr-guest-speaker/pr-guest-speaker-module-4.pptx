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4fdd4b2-6447-cf60-bcd6-b469bfc04279}">
          <p14:sldIdLst>
            <p14:sldId id="256"/>
            <p14:sldId id="257"/>
          </p14:sldIdLst>
        </p14:section>
        <p14:section name="Teaching" id="{772c961a-04d1-1075-2a70-96094cf757ee}">
          <p14:sldIdLst>
            <p14:sldId id="258"/>
            <p14:sldId id="259"/>
            <p14:sldId id="260"/>
          </p14:sldIdLst>
        </p14:section>
        <p14:section name="Activity" id="{98be8d35-2f26-c4ce-7cf1-ccebb49a604a}">
          <p14:sldIdLst>
            <p14:sldId id="261"/>
          </p14:sldIdLst>
        </p14:section>
        <p14:section name="Quiz" id="{403164ea-14b9-80e7-578a-dc771a10413d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db63ba4a-d2de-5b5f-2824-623c1b0f572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do in the first hour of a crisis, how to write a holding statement that is honest without guessing, and how to handle an investigative reporter.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What to do in the first hour of a crisis, how to write a holding statement that is honest without guessing, and how to handle an investigative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reporter keeps coming back with specific questions, answer sooner. Silence becomes the story when you leave the gap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breach or outage story breaks mid-session. Teams have 45 minutes to agree the facts, draft a holding statement and decide who speaks.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Paired mock interviews on the crisis scenario. Each student practises acknowledging a hard question and bridging to what they can honestly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In teams, respond to a simulated outage or data breach. Produce a holding statement, a staff note and five likely reporter questions with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Answer sooner rather than later with what it can 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Answer sooner rather than later with what it can confirm
Why: Specific, repeated questions mean the story is likely running. Answering early gives the company a voice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What you know, what you are doing, and when you will update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What you know, what you are doing, and when you will update
Why: Early in a crisis you rarely know the cause. A holding statement shows you are on it without guessing at facts that may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Employees and directly affected customers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Employees and directly affected customers
Why: People inside the company and those directly affected lose trust fastest when they learn from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5: How funding news is framed, why regulated sectors speak carefully, and why the same story reads differently in India, Korea or the Middle 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4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Crisis communications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first hour, the holding statement and hard questions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to do in the first hour of a crisis, how to write a holding statement that is honest without guessing, and how to handle an investigative reporter.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Crisis comms: speed is part of the answer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Crisis simulation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Hard questions, on the record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comms: speed is part of the answer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If a reporter keeps coming back with specific questions, answer sooner. Silence becomes the story when you leave the gap empty.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4: Crisis communications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simulation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breach or outage story breaks mid-session. Teams have 45 minutes to agree the facts, draft a holding statement and decide who speaks.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Hard questions, on the record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Paired mock interviews on the crisis scenario. Each student practises acknowledging a hard question and bridging to what they can honestly say.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teams, respond to a simulated outage or data breach. Produce a holding statement, a staff note and five likely reporter questions with answers.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5.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has emailed three times with specific questions. What should the company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Ignore it until they give up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Threaten legal action straight away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 a vague statement on social media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 rather than later with what it can confirm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has emailed three times with specific questions. What should the company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Ignore it until they give up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Threaten legal action straight away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Post a vague statement on social media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sooner rather than later with what it can confirm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Specific, repeated questions mean the story is likely running. Answering early gives the company a voice in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in a holding statement?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full explanation of the cause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you know, what you are doing, and when you will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Blame on a supplier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Marketing about new features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belongs in a holding statement?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full explanation of the cause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you know, what you are doing, and when you will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Blame on a supplier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Marketing about new features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Early in a crisis you rarely know the cause. A holding statement shows you are on it without guessing at facts that may change.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hear crisis news before the press does, if possible?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Employees and directly affected customers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Nobody, to avoid leaks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Competitors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Social media followers only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hear crisis news before the press does, if possible?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Employees and directly affected customers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Nobody, to avoid leaks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Competitors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Social media followers only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People inside the company and those directly affected lose trust fastest when they learn from a headline.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4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Crisis comms: speed is part of the answer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Crisis simulation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Hard questions, on the record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5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Investors, regulators and the wider world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4, Crisis communications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