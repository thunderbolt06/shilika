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2d6b2a4-c582-a8af-660a-0298d8574cfb}">
          <p14:sldIdLst>
            <p14:sldId id="256"/>
            <p14:sldId id="257"/>
          </p14:sldIdLst>
        </p14:section>
        <p14:section name="Teaching" id="{140d19cd-27d7-6670-5939-1a3c03f02d1b}">
          <p14:sldIdLst>
            <p14:sldId id="258"/>
            <p14:sldId id="259"/>
            <p14:sldId id="260"/>
          </p14:sldIdLst>
        </p14:section>
        <p14:section name="Activity" id="{45323080-7d81-0277-7b4c-4be99e8296b2}">
          <p14:sldIdLst>
            <p14:sldId id="261"/>
          </p14:sldIdLst>
        </p14:section>
        <p14:section name="Quiz" id="{8cca6dc8-7694-252b-78e7-11e858ffb099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28673cf0-0269-1674-4fda-5bf2a069ed9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Reporters read executives' posts as statements and quote them without calling. Covers a posting voice that matches the message house, rules for breaking news and crises, and a bench of trained spokespeople so the CEO isn't the only person who can talk.
Cadence: 6 weekly modules. 90 minutes live, plus about 90 minutes of recorded practice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Reporters read executives' posts as statements and quote them without calling. Covers a posting voice that matches the message house, rules for breaking news and crises, and a bench of trained spokespeople so the CEO isn't the only person who can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Reporters quote executives' X and LinkedIn posts without calling first. Write in your own voice, but from the same message house as every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Roof line, three pillars with proof, the three questions you dread with your answers, and the topics you never comment on. Filled in before anyone leaves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Rewrite three recent posts in the executive's own voice using one pillar each. Set the rule for posting on breaking news and what waits for comms.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Rewrite five recent posts in your own voice, one pillar each. Then write a one-page social policy: who posts on breaking news, what waits for comms and what never gets posted.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Yes, a public post is a public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Yes, a public post is a public statement
Why: Public posts are on the record by default. Write every post as if it might become a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Only the approved statement, shared or linked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Only the approved statement, shared or linked
Why: Personal posts during a crisis become the story. One approved statement shared by every executive keeps the company on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So the right expert covers each topic and the company can still speak when the CEO can't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So the right expert covers each topic and the company can still speak when the CEO can't
Why: A CTO on security and a CFO on numbers carry more credibility on those topics, and one absence doesn't silence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brief: A pressure test for each executive: a 15-minute recorded mock interview with hostile and investigative questions, a written response to an investigative inquiry, a crisis holding statement and a one-page spokesperson card. Shilika reviews the recording and the documents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6 OF 6 · EXECUTIVE MEDIA TRAINING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Executive voice on LinkedIn and X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Your feed is on the record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Reporters read executives' posts as statements and quote them without calling. Covers a posting voice that matches the message house, rules for breaking news and crises, and a bench of trained spokespeople so the CEO isn't the only person who can talk.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Your feed is a press channel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one-page spokesperson card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Executive voice on LinkedIn and X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feed is a press channel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Reporters quote executives' X and LinkedIn posts without calling first. Write in your own voice, but from the same message house as every interview.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Executive voice on LinkedIn and 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one-page spokesperson card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Roof line, three pillars with proof, the three questions you dread with your answers, and the topics you never comment on. Filled in before anyone leaves the room.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Executive voice on LinkedIn and 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Executive voice on LinkedIn and X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Rewrite three recent posts in the executive's own voice using one pillar each. Set the rule for posting on breaking news and what waits for comms.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five recent posts in your own voice, one pillar each. Then write a one-page social policy: who posts on breaking news, what waits for comms and what never gets posted.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It feeds straight into your capstone.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quotes your public LinkedIn post in a story without contacting you. Is that fair?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No, they must ask permission first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if you tagged them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in print outlets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Yes, a public post is a public statement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quotes your public LinkedIn post in a story without contacting you. Is that fair?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No, they must ask permission first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if you tagged them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in print outlets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Yes, a public post is a public statement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Public posts are on the record by default. Write every post as if it might become a headline.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During a live incident, what should executives post on X?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personal theory of what happened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the approved statement, shared or linked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Reassurance that everything is fine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thread blaming a vendor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During a live incident, what should executives post on X?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Their personal theory of what happened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the approved statement, shared or linked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Reassurance that everything is fine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thread blaming a vendor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Personal posts during a crisis become the story. One approved statement shared by every executive keeps the company on one line.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train a bench of two or three spokespeople instead of only the CEO?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keep the CEO out of the press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Because reporters prefer junior staff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the right expert covers each topic and the company can still speak when the CEO can't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Because regulators require it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train a bench of two or three spokespeople instead of only the CEO?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To keep the CEO out of the press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Because reporters prefer junior staff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the right expert covers each topic and the company can still speak when the CEO can't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Because regulators require it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CTO on security and a CFO on numbers carry more credibility on those topics, and one absence doesn't silence the company.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Your feed is a press channel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one-page spokesperson card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Executive voice on LinkedIn and X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THE CAPSTONE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pressure test for each executive: a 15-minute recorded mock interview with hostile and investigative questions, a written response to an investigative inquiry, a crisis holding statement and a one-page spokesperson card. Shilika reviews the recording and the documents line by 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Module 6, Executive voice on LinkedIn and X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