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b44124e-8452-165e-3acc-bf6b7d96e6bb}">
          <p14:sldIdLst>
            <p14:sldId id="256"/>
            <p14:sldId id="257"/>
          </p14:sldIdLst>
        </p14:section>
        <p14:section name="Day 1" id="{1b31d918-5297-78f5-11a5-6d81e24b0f5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y 2" id="{7357f022-faff-0f04-24b9-fbf0a3646ef5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ay 3" id="{6e655426-a925-7c13-9672-c0958e2f5356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e" id="{10e0c44a-9eb1-17b9-d911-c0b0931378a1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of drills, recordings and simulations for a leadership team. Executives leave with a shared message house, recorded interviews in three formats, a crisis holding statement and a spokesperson card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1, Message discipline and the reporter's view. Deliverable: A shared message house with proof points and a spokesperson map that names who speaks on which topics.
Day 2, Formats and on-camera presence. Deliverable: Recorded mock interviews in print, broadcast and panel formats with a scored review, plus three rewritten LinkedIn or X posts.
Day 3, Pressure: hostile, investigative, crisis and announcements. Deliverable: A crisis holding statement template, a drafted investigative response and a one-page spokesperson card for every executive.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1.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 editor wants from an executive interview, how on record, on background and off record work, and what "no comment" sounds like to a reader. Taught from the interviewer's side of the call.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team writes one roof line and three pillars, then finds a proof point a reporter could check under each. Anything that can't be proven comes out.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rapid-fire questions per executive, from friendly to awkward. Each answer is scored on two things: did they answer first, and did they bridge to a pillar.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who speaks on what: the CEO on strategy, the CFO on numbers, the CTO on product and security. Agree the topics nobody comments on and who approves quotes.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1 deliverable before close: A shared message house with proof points and a spokesperson map that names who speaks on which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executive sits a recorded 20-minute print-style interview, then a podcast segment. The group picks the quote a reporter would actually use and checks it against the house.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Twenty-second answers, eye line, posture, lighting and sound for remote calls. Every executive does three live-style takes and watches them back.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mock panel with a moderator who interrupts and a co-panelist who disagrees. Each executive has to land one point in their first turn.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Rewrite three recent posts in the executive's own voice using one pillar each. Set the rule for posting on breaking news and what waits for comms.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2 deliverable before close: Recorded mock interviews in print, broadcast and panel formats with a scored review, plus three rewritten LinkedIn or X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3.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Loaded premises, false choices, interruptions and long silences, run until each executive can stay level and correct a premise without repeating it.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team receives written questions from a mock investigative reporter with a 24-hour deadline. They draft an accurate response with whoever would approve it in real life.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security incident breaks mid-session. The team has 60 minutes to publish a holding statement, then the spokesperson takes a five-minute press call on it.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funding or results announcement with a list of cleared and off-limits figures. Reporters push for the numbers you can't share, and each executive finishes their spokesperson card.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3 deliverable before close: A crisis holding statement template, a drafted investigative response and a one-page spokesperson card for every executive.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deliverables, then agree on the first thing each participant will send or publish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Interviewed founders for CryptoDaily UK at TOKEN2049 and Solana Breakpoint in 2024, so the training starts from what the reporter's side of the table listens for.
- Ran GAIA's founder interview run from Dec 2024 to Apr 2025: podcasts first, then Forbes, Decrypt and Benzinga around one narrative.
- Positioned Fluence co-founder Tom Trowbridge as a DePIN voice through interviews and op-eds, including a CoinDesk op-ed in April 2025.
- Handled MANTRA Chain's $11M raise for CoinDesk in March 2024 and a Cointelegraph interview with its CEO.
- Trained as a public speaker through Toastmasters and moderated the PR panel at India Blockchain Week in Dec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https://www.shilikajain.com/courses/media-training-for-executives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THREE-DAY WORKSHOP · FACILITATOR DECK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Executive media training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Train the leadership bench to speak for the company, taught from both sides of the reporter's notebook.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Every day ends with finished work</a:t>
            </a:r>
            <a:endParaRPr lang="en-US" sz="3600" dirty="0"/>
          </a:p>
        </p:txBody>
      </p:sp>
      <p:sp>
        <p:nvSpPr>
          <p:cNvPr id="4" name="Day 1 card"/>
          <p:cNvSpPr/>
          <p:nvPr/>
        </p:nvSpPr>
        <p:spPr>
          <a:xfrm>
            <a:off x="548640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Day 1 pill"/>
          <p:cNvSpPr/>
          <p:nvPr/>
        </p:nvSpPr>
        <p:spPr>
          <a:xfrm>
            <a:off x="82296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Day 1 label"/>
          <p:cNvSpPr txBox="1"/>
          <p:nvPr/>
        </p:nvSpPr>
        <p:spPr>
          <a:xfrm>
            <a:off x="82296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Day 1 theme"/>
          <p:cNvSpPr txBox="1"/>
          <p:nvPr/>
        </p:nvSpPr>
        <p:spPr>
          <a:xfrm>
            <a:off x="822960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discipline and the reporter's view</a:t>
            </a:r>
            <a:endParaRPr lang="en-US" sz="1800" dirty="0"/>
          </a:p>
        </p:txBody>
      </p:sp>
      <p:sp>
        <p:nvSpPr>
          <p:cNvPr id="8" name="Day 1 sessions"/>
          <p:cNvSpPr txBox="1"/>
          <p:nvPr/>
        </p:nvSpPr>
        <p:spPr>
          <a:xfrm>
            <a:off x="82296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reporters choose who to quote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Building the message house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Bridging drills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spokesperson map</a:t>
            </a:r>
            <a:endParaRPr lang="en-US" sz="1500" dirty="0"/>
          </a:p>
        </p:txBody>
      </p:sp>
      <p:sp>
        <p:nvSpPr>
          <p:cNvPr id="9" name="Day 2 card"/>
          <p:cNvSpPr/>
          <p:nvPr/>
        </p:nvSpPr>
        <p:spPr>
          <a:xfrm>
            <a:off x="4338218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0" name="Day 2 pill"/>
          <p:cNvSpPr/>
          <p:nvPr/>
        </p:nvSpPr>
        <p:spPr>
          <a:xfrm>
            <a:off x="4612538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Day 2 label"/>
          <p:cNvSpPr txBox="1"/>
          <p:nvPr/>
        </p:nvSpPr>
        <p:spPr>
          <a:xfrm>
            <a:off x="4612538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Day 2 theme"/>
          <p:cNvSpPr txBox="1"/>
          <p:nvPr/>
        </p:nvSpPr>
        <p:spPr>
          <a:xfrm>
            <a:off x="4612538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Formats and on-camera presence</a:t>
            </a:r>
            <a:endParaRPr lang="en-US" sz="2200" dirty="0"/>
          </a:p>
        </p:txBody>
      </p:sp>
      <p:sp>
        <p:nvSpPr>
          <p:cNvPr id="13" name="Day 2 sessions"/>
          <p:cNvSpPr txBox="1"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Print and podcast interviews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Broadcast and remote video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Panels and fireside chats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Executive voice on LinkedIn and X</a:t>
            </a:r>
            <a:endParaRPr lang="en-US" sz="1500" dirty="0"/>
          </a:p>
        </p:txBody>
      </p:sp>
      <p:sp>
        <p:nvSpPr>
          <p:cNvPr id="14" name="Day 3 card"/>
          <p:cNvSpPr/>
          <p:nvPr/>
        </p:nvSpPr>
        <p:spPr>
          <a:xfrm>
            <a:off x="8127797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5" name="Day 3 pill"/>
          <p:cNvSpPr/>
          <p:nvPr/>
        </p:nvSpPr>
        <p:spPr>
          <a:xfrm>
            <a:off x="8402117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Day 3 label"/>
          <p:cNvSpPr txBox="1"/>
          <p:nvPr/>
        </p:nvSpPr>
        <p:spPr>
          <a:xfrm>
            <a:off x="8402117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Day 3 theme"/>
          <p:cNvSpPr txBox="1"/>
          <p:nvPr/>
        </p:nvSpPr>
        <p:spPr>
          <a:xfrm>
            <a:off x="8402117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Pressure: hostile, investigative, crisis and announcements</a:t>
            </a:r>
            <a:endParaRPr lang="en-US" sz="1800" dirty="0"/>
          </a:p>
        </p:txBody>
      </p:sp>
      <p:sp>
        <p:nvSpPr>
          <p:cNvPr id="18" name="Day 3 sessions"/>
          <p:cNvSpPr txBox="1"/>
          <p:nvPr/>
        </p:nvSpPr>
        <p:spPr>
          <a:xfrm>
            <a:off x="840211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Hostile interview simulation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Investigative inquiry drill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Crisis press statement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Announcement day rehearsal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Message discipline and the reporter's view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shared message house with proof points and a spokesperson map that names who speaks on which topics.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reporters choose who to quote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What an editor wants from an executive interview, how on record, on background and off record work, and what "no comment" sounds like to a reader. Taught from the interviewer's side of the call.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Building the message house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team writes one roof line and three pillars, then finds a proof point a reporter could check under each. Anything that can't be proven comes out.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Bridging drills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Thirty rapid-fire questions per executive, from friendly to awkward. Each answer is scored on two things: did they answer first, and did they bridge to a pillar.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spokesperson map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Decide who speaks on what: the CEO on strategy, the CFO on numbers, the CTO on product and security. Agree the topics nobody comments on and who approves quotes.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message house with proof points and a spokesperson map that names who speaks on which topics.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Formats and on-camera presence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Recorded mock interviews in print, broadcast and panel formats with a scored review, plus three rewritten LinkedIn or X posts.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Print and podcast interviews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executive sits a recorded 20-minute print-style interview, then a podcast segment. The group picks the quote a reporter would actually use and checks it against the house.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Broadcast and remote video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Twenty-second answers, eye line, posture, lighting and sound for remote calls. Every executive does three live-style takes and watches them back.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Panels and fireside chats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mock panel with a moderator who interrupts and a co-panelist who disagrees. Each executive has to land one point in their first turn.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Executive voice on LinkedIn and X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Rewrite three recent posts in the executive's own voice using one pillar each. Set the rule for posting on breaking news and what waits for comms.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Recorded mock interviews in print, broadcast and panel formats with a scored review, plus three rewritten LinkedIn or X posts.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Pressure: hostile, investigative, crisis and announcements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crisis holding statement template, a drafted investigative response and a one-page spokesperson card for every executive.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Hostile interview simulation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Loaded premises, false choices, interruptions and long silences, run until each executive can stay level and correct a premise without repeating it.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Investigative inquiry drill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team receives written questions from a mock investigative reporter with a 24-hour deadline. They draft an accurate response with whoever would approve it in real life.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press statement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security incident breaks mid-session. The team has 60 minutes to publish a holding statement, then the spokesperson takes a five-minute press call on it.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Announcement day rehearsal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funding or results announcement with a list of cleared and off-limits figures. Reporters push for the numbers you can't share, and each executive finishes their spokesperson card.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crisis holding statement template, a drafted investigative response and a one-page spokesperson card for every executive.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DAYS, THREE DELIVERABLES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the room takes home</a:t>
            </a:r>
            <a:endParaRPr lang="en-US" sz="3600" dirty="0"/>
          </a:p>
        </p:txBody>
      </p:sp>
      <p:sp>
        <p:nvSpPr>
          <p:cNvPr id="4" name="Takeaway 1 card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Takeaway 1 pill"/>
          <p:cNvSpPr/>
          <p:nvPr/>
        </p:nvSpPr>
        <p:spPr>
          <a:xfrm>
            <a:off x="822960" y="23957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akeaway 1 label"/>
          <p:cNvSpPr txBox="1"/>
          <p:nvPr/>
        </p:nvSpPr>
        <p:spPr>
          <a:xfrm>
            <a:off x="8229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akeaway 1"/>
          <p:cNvSpPr txBox="1"/>
          <p:nvPr/>
        </p:nvSpPr>
        <p:spPr>
          <a:xfrm>
            <a:off x="2011680" y="21488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shared message house with proof points and a spokesperson map that names who speaks on which topics.</a:t>
            </a:r>
            <a:endParaRPr lang="en-US" sz="1600" dirty="0"/>
          </a:p>
        </p:txBody>
      </p:sp>
      <p:sp>
        <p:nvSpPr>
          <p:cNvPr id="8" name="Takeaway 2 card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Takeaway 2 pill"/>
          <p:cNvSpPr/>
          <p:nvPr/>
        </p:nvSpPr>
        <p:spPr>
          <a:xfrm>
            <a:off x="822960" y="37216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akeaway 2 label"/>
          <p:cNvSpPr txBox="1"/>
          <p:nvPr/>
        </p:nvSpPr>
        <p:spPr>
          <a:xfrm>
            <a:off x="822960" y="3721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2</a:t>
            </a:r>
            <a:endParaRPr lang="en-US" sz="1100" dirty="0"/>
          </a:p>
        </p:txBody>
      </p:sp>
      <p:sp>
        <p:nvSpPr>
          <p:cNvPr id="11" name="Takeaway 2"/>
          <p:cNvSpPr txBox="1"/>
          <p:nvPr/>
        </p:nvSpPr>
        <p:spPr>
          <a:xfrm>
            <a:off x="2011680" y="347472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Recorded mock interviews in print, broadcast and panel formats with a scored review, plus three rewritten LinkedIn or X posts.</a:t>
            </a:r>
            <a:endParaRPr lang="en-US" sz="1600" dirty="0"/>
          </a:p>
        </p:txBody>
      </p:sp>
      <p:sp>
        <p:nvSpPr>
          <p:cNvPr id="12" name="Takeaway 3 card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Takeaway 3 pill"/>
          <p:cNvSpPr/>
          <p:nvPr/>
        </p:nvSpPr>
        <p:spPr>
          <a:xfrm>
            <a:off x="822960" y="504748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akeaway 3 label"/>
          <p:cNvSpPr txBox="1"/>
          <p:nvPr/>
        </p:nvSpPr>
        <p:spPr>
          <a:xfrm>
            <a:off x="822960" y="5047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3</a:t>
            </a:r>
            <a:endParaRPr lang="en-US" sz="1100" dirty="0"/>
          </a:p>
        </p:txBody>
      </p:sp>
      <p:sp>
        <p:nvSpPr>
          <p:cNvPr id="15" name="Takeaway 3"/>
          <p:cNvSpPr txBox="1"/>
          <p:nvPr/>
        </p:nvSpPr>
        <p:spPr>
          <a:xfrm>
            <a:off x="2011680" y="480060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crisis holding statement template, a drafted investigative response and a one-page spokesperson card for every executive.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Interviewed founders for CryptoDaily UK at TOKEN2049 and Solana Breakpoint in 2024, so the training starts from what the reporter's side of the table listens for.</a:t>
            </a:r>
            <a:endParaRPr lang="en-US" sz="1500" dirty="0"/>
          </a:p>
        </p:txBody>
      </p:sp>
      <p:sp>
        <p:nvSpPr>
          <p:cNvPr id="7" name="Proof 2 dot"/>
          <p:cNvSpPr/>
          <p:nvPr/>
        </p:nvSpPr>
        <p:spPr>
          <a:xfrm>
            <a:off x="4937760" y="290779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28529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 GAIA's founder interview run from Dec 2024 to Apr 2025: podcasts first, then Forbes, Decrypt and Benzinga around one narrative.</a:t>
            </a:r>
            <a:endParaRPr lang="en-US" sz="1500" dirty="0"/>
          </a:p>
        </p:txBody>
      </p:sp>
      <p:sp>
        <p:nvSpPr>
          <p:cNvPr id="9" name="Proof 3 dot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36941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Positioned Fluence co-founder Tom Trowbridge as a DePIN voice through interviews and op-eds, including a CoinDesk op-ed in April 2025.</a:t>
            </a:r>
            <a:endParaRPr lang="en-US" sz="15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4590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453542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Handled MANTRA Chain's $11M raise for CoinDesk in March 2024 and a Cointelegraph interview with its CEO.</a:t>
            </a:r>
            <a:endParaRPr lang="en-US" sz="1500" dirty="0"/>
          </a:p>
        </p:txBody>
      </p:sp>
      <p:sp>
        <p:nvSpPr>
          <p:cNvPr id="13" name="Proof 5 dot"/>
          <p:cNvSpPr/>
          <p:nvPr/>
        </p:nvSpPr>
        <p:spPr>
          <a:xfrm>
            <a:off x="4937760" y="543153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Proof 5"/>
          <p:cNvSpPr txBox="1"/>
          <p:nvPr/>
        </p:nvSpPr>
        <p:spPr>
          <a:xfrm>
            <a:off x="5349240" y="53766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Trained as a public speaker through Toastmasters and moderated the PR panel at India Blockchain Week in Dec 2024.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WORKSHOP 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shilikajain.com/courses/media-training-for-executives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three-day workshop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