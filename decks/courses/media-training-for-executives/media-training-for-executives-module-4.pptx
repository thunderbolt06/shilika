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eae015c-4b3a-5a5b-7a2d-5b2ec1be0dce}">
          <p14:sldIdLst>
            <p14:sldId id="256"/>
            <p14:sldId id="257"/>
          </p14:sldIdLst>
        </p14:section>
        <p14:section name="Teaching" id="{2fd9c370-458a-ec0c-b43b-9f78874c7724}">
          <p14:sldIdLst>
            <p14:sldId id="258"/>
            <p14:sldId id="259"/>
            <p14:sldId id="260"/>
          </p14:sldIdLst>
        </p14:section>
        <p14:section name="Activity" id="{674c5300-3fa9-ea87-32a1-6fa5e9034aca}">
          <p14:sldIdLst>
            <p14:sldId id="261"/>
          </p14:sldIdLst>
        </p14:section>
        <p14:section name="Quiz" id="{4478f78a-58ec-8bd6-05ae-e6c3a858ee83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fb105a18-b289-0aaa-8be8-76d858040f6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Hostile questions test composure and investigative questions test facts. Covers loaded premises, false choices, interruptions and silence, plus how to handle a reporter who keeps returning with specific, documented questions: respond early, accurately and with legal review.
Cadence: 6 weekly modules. 90 minutes live, plus about 90 minutes of recorded practice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Hostile questions test composure and investigative questions test facts. Covers loaded premises, false choices, interruptions and silence, plus how to handle a reporter who keeps returning with specific, documented questions: respond early, accurately and with legal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hostile question wants a reaction. An investigative one wants facts. Stay level with the first and answer the second early, in writing, with legal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Loaded premises, false choices, interruptions and long silences, run until each executive can stay level and correct a premise without repeating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team receives written questions from a mock investigative reporter with a 24-hour deadline. They draft an accurate response with whoever would approve it in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Sit a ten-minute hostile mock interview on camera. Then answer a set of written investigative questions against a 24-hour deadline, drafted with the people who would approve it in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Reject the premise calmly without repeating the loaded word, then state the 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Reject the premise calmly without repeating the loaded word, then state the facts
Why: Repeating "mislead" hands the reporter a clip of you saying it. Correct the premise in your own words, then give the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Answer sooner rather than later, accurately and with legal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Answer sooner rather than later, accurately and with legal review
Why: Specific repeated questions mean the story is running anyway. An early, accurate answer is how your side gets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Stop and wait for the next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Stop and wait for the next question
Why: Silence is a technique for drawing out an unplanned line. A finished answer doesn't need a second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In a crisis the first statement goes out within hours: what happened, what you know, what you're doing and when you'll update. On funding, results and partnership days, executives need the cleared numbers, the off-limits numbers and the angle that makes the figure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EXECUTIVE MEDIA TRAINING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Hostile and investigative questions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Staying level under pressure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Hostile questions test composure and investigative questions test facts. Covers loaded premises, false choices, interruptions and silence, plus how to handle a reporter who keeps returning with specific, documented questions: respond early, accurately and with legal review.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Hostile is not investigative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Hostile interview simulation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Investigative inquiry drill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Hostile is not investigative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hostile question wants a reaction. An investigative one wants facts. Stay level with the first and answer the second early, in writing, with legal in the loop.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Hostile and investigative questions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Hostile interview simulation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Loaded premises, false choices, interruptions and long silences, run until each executive can stay level and correct a premise without repeating it.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Investigative inquiry drill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team receives written questions from a mock investigative reporter with a 24-hour deadline. They draft an accurate response with whoever would approve it in real life.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 a ten-minute hostile mock interview on camera. Then answer a set of written investigative questions against a 24-hour deadline, drafted with the people who would approve it in real life.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asks, "Why did you mislead investors?" What should you do first?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Repeat the question back to show you heard it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Reject the premise calmly without repeating the loaded word, then state the facts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Refuse to answer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the reporter who told them that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asks, "Why did you mislead investors?" What should you do first?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Repeat the question back to show you heard it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Reject the premise calmly without repeating the loaded word, then state the facts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Refuse to answer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Ask the reporter who told them that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Repeating "mislead" hands the reporter a clip of you saying it. Correct the premise in your own words, then give the facts.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journalist has emailed three times with specific, documented questions. What is the best response?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Ignore them until they stop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 a rebuttal on X first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sooner rather than later, accurately and with legal review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a friendly outlet to run your side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journalist has emailed three times with specific, documented questions. What is the best response?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Ignore them until they stop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Post a rebuttal on X first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sooner rather than later, accurately and with legal review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Ask a friendly outlet to run your side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Specific repeated questions mean the story is running anyway. An early, accurate answer is how your side gets into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finish an answer and the reporter stays silent. What do you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talking until they respond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Fill the gap with a joke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Change the subject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Stop and wait for the next question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finish an answer and the reporter stays silent. What do you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Keep talking until they respond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Fill the gap with a joke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Change the subject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Stop and wait for the next question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Silence is a technique for drawing out an unplanned line. A finished answer doesn't need a second half.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Hostile is not investigative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Hostile interview simulation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Investigative inquiry drill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statements and announcement days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Module 4, Hostile and investigative questions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