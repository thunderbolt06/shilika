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4d79150-5104-40af-0c95-66d0ef7b5c21}">
          <p14:sldIdLst>
            <p14:sldId id="256"/>
            <p14:sldId id="257"/>
          </p14:sldIdLst>
        </p14:section>
        <p14:section name="Teaching" id="{a49b926b-28d1-535d-eefd-540c3b6bc20d}">
          <p14:sldIdLst>
            <p14:sldId id="258"/>
            <p14:sldId id="259"/>
            <p14:sldId id="260"/>
            <p14:sldId id="261"/>
          </p14:sldIdLst>
        </p14:section>
        <p14:section name="Activity" id="{6e6c4e49-5bee-b9a4-9b0a-620028d5c447}">
          <p14:sldIdLst>
            <p14:sldId id="262"/>
          </p14:sldIdLst>
        </p14:section>
        <p14:section name="Quiz" id="{4e923de3-018e-3bca-c6ed-989509798cab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ecap" id="{ef7904d8-8c40-5e84-a460-c9c171da08e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a message house with one roof line, three pillars and proof under each, then learn to bridge: answer honestly in one sentence, then move to a pillar. The house is shared across the leadership team so the CEO and CTO never contradict each other in print.
Cadence: 6 weekly modules. 90 minutes live, plus about 90 minutes of recorded practice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2: Build a message house with one roof line, three pillars and proof under each, then learn to bridge: answer honestly in one sentence, then move to a pillar. The house is shared across the leadership team so the CEO and CTO never contradict each other in 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roof line, three pillars, a checkable proof point under each. If an executive can't say the roof line in 15 seconds, the company doesn't have one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the question in one honest sentence, then bridge to a pillar. Skipping the answer is what makes a spokesperson look evasive on camera.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team writes one roof line and three pillars, then finds a proof point a reporter could check under each. Anything that can't be proven comes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Thirty rapid-fire questions per executive, from friendly to awkward. Each answer is scored on two things: did they answer first, and did they bridge to a pillar.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Write the company's message house as a team. Then run 20 rapid-fire questions on each executive and score whether they answered first and bridged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"We're not party to that case, so I won't speculate. It does show how much buyers care about data handling, which is why we publish our audits."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"We're not party to that case, so I won't speculate. It does show how much buyers care about data handling, which is why we publish our audits."
Why: It answers honestly, sets a boundary and moves to a pillar with proof. A bridge that skips the answer reads as a dodge.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So two executives quoted in the same week don't contradict each other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So two executives quoted in the same week don't contradict each other
Why: Reporters compare quotes. One house lets each executive speak in their own words while landing the same three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A proof point a reporter can check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A proof point a reporter can check
Why: Proof turns a message into a fact. A number, a named customer or a dated milestone gives the reporter something to 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3: Print rewards quotable sentences, broadcast rewards 20-second answers, podcasts reward stories that survive clipping, and panels reward one early point. Also covers on-camera basics: eye line, pace, posture and a remote setup that doesn't distract.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2 OF 6 · EXECUTIVE MEDIA TRAINING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The message house and bridging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Roof line, pillars, proof and the bridge</a:t>
            </a:r>
            <a:endParaRPr lang="en-US" sz="1800" dirty="0"/>
          </a:p>
        </p:txBody>
      </p:sp>
      <p:pic>
        <p:nvPicPr>
          <p:cNvPr id="5" name="Cover 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Build a message house with one roof line, three pillars and proof under each, then learn to bridge: answer honestly in one sentence, then move to a pillar. The house is shared across the leadership team so the CEO and CTO never contradict each other in print.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The message house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Bridging without dodging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Building the message house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Bridging drills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KEY IDEA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message house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One roof line, three pillars, a checkable proof point under each. If an executive can't say the roof line in 15 seconds, the company doesn't have one yet.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2: The message house and bridging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KEY IDEA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Bridging without dodging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Answer the question in one honest sentence, then bridge to a pillar. Skipping the answer is what makes a spokesperson look evasive on camera.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2: The message house and bridging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Building the message house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The team writes one roof line and three pillars, then finds a proof point a reporter could check under each. Anything that can't be proven comes out.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Bridging drills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Thirty rapid-fire questions per executive, from friendly to awkward. Each answer is scored on two things: did they answer first, and did they bridge to a pillar.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the company's message house as a team. Then run 20 rapid-fire questions on each executive and score whether they answered first and bridged second.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3.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Asked about a competitor's lawsuit, which answer is the strongest bridge?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"I can't comment. What I want to talk about is our product."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"We're not party to that case, so I won't speculate. It does show how much buyers care about data handling, which is why we publish our audits."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"No comment."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"Their problems are their own."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Asked about a competitor's lawsuit, which answer is the strongest bridge?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"I can't comment. What I want to talk about is our product."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"We're not party to that case, so I won't speculate. It does show how much buyers care about data handling, which is why we publish our audits."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"No comment."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"Their problems are their own."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It answers honestly, sets a boundary and moves to a pillar with proof. A bridge that skips the answer reads as a dodge.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should a whole leadership team share one message house?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 everyone sounds identical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Because reporters only interview the CEO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 two executives quoted in the same week don't contradict each other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 shorten interviews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should a whole leadership team share one message house?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So everyone sounds identical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Because reporters only interview the CEO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 two executives quoted in the same week don't contradict each other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To shorten interviews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Reporters compare quotes. One house lets each executive speak in their own words while landing the same three points.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belongs under each pillar of a message house?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slogan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comparison with a competitor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list of product features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proof point a reporter can check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belongs under each pillar of a message house?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slogan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comparison with a competitor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list of product features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proof point a reporter can check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Proof turns a message into a fact. A number, a named customer or a dated milestone gives the reporter something to print.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message house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Bridging without dodging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Building the message house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Bridging drills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3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formats and on-camera presence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media training: Module 2, The message house and bridging</dc:title>
  <dc:subject>Media training for executives: CEO and C-suite interview, crisis and on-camera training</dc:subject>
  <dc:creator>Shilika Jain</dc:creator>
  <cp:lastModifiedBy>Shilika Jain</cp:lastModifiedBy>
  <cp:revision>1</cp:revision>
  <dcterms:created xsi:type="dcterms:W3CDTF">2026-10-31T12:02:45Z</dcterms:created>
  <dcterms:modified xsi:type="dcterms:W3CDTF">2026-10-31T12:02:45Z</dcterms:modified>
</cp:coreProperties>
</file>