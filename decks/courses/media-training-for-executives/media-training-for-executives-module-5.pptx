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874a9fe-dfce-877d-9d59-304b1525b389}">
          <p14:sldIdLst>
            <p14:sldId id="256"/>
            <p14:sldId id="257"/>
          </p14:sldIdLst>
        </p14:section>
        <p14:section name="Teaching" id="{aaac1ed9-9c50-d0fb-c685-638e1494dbcb}">
          <p14:sldIdLst>
            <p14:sldId id="258"/>
            <p14:sldId id="259"/>
            <p14:sldId id="260"/>
            <p14:sldId id="261"/>
          </p14:sldIdLst>
        </p14:section>
        <p14:section name="Activity" id="{d22d5c84-905d-541d-e617-807acc9e8eaf}">
          <p14:sldIdLst>
            <p14:sldId id="262"/>
          </p14:sldIdLst>
        </p14:section>
        <p14:section name="Quiz" id="{a74fc90a-0503-e44c-8b8c-fa9656628eb3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Recap" id="{4c10638f-8a60-3184-d531-45cff282473a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 crisis the first statement goes out within hours: what happened, what you know, what you're doing and when you'll update. On funding, results and partnership days, executives need the cleared numbers, the off-limits numbers and the angle that makes the figure news.
Cadence: 6 weekly modules. 90 minutes live, plus about 90 minutes of recorded practice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5: In a crisis the first statement goes out within hours: what happened, what you know, what you're doing and when you'll update. On funding, results and partnership days, executives need the cleared numbers, the off-limits numbers and the angle that makes the figure news.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 crisis, publish within hours: what happened, what you know, what you're doing and when you'll update. If the company stays silent, someone else fills the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 which numbers are cleared and which you won't discuss before the first call. MANTRA Chain's $11M raise ran in CoinDesk because it carried an RWA and Middle East angle, not just a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security incident breaks mid-session. The team has 60 minutes to publish a holding statement, then the spokesperson takes a five-minute press call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funding or results announcement with a list of cleared and off-limits figures. Reporters push for the numbers you can't share, and each executive finishes their spokesperson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Draft a holding statement for a security incident in 60 minutes, then take a five-minute press call on it. Next, rehearse a funding or results announcement against a list of approved and off-limits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What happened, what you know, what you're doing and when you'll update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What happened, what you know, what you're doing and when you'll update
Why: A short holding statement fills the gap before speculation does. Promising a time for the next update buys time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C, It carried an RWA angle and a Middle East angle reporters were already covering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C: It carried an RWA angle and a Middle East angle reporters were already covering
Why: A figure alone is rarely news. Tying the raise to a category word and a regional story gave editors a reason to run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A, Say you won't go beyond what's published, then restate the published figures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A: Say you won't go beyond what's published, then restate the published figures
Why: Sharing non-public numbers with one reporter creates legal and trust problems. A clear boundary plus the public figures is the safe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6: Reporters read executives' posts as statements and quote them without calling. Covers a posting voice that matches the message house, rules for breaking news and crises, and a bench of trained spokespeople so the CEO isn't the only person who can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5 OF 6 · EXECUTIVE MEDIA TRAINING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Crisis statements and announcement days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Holding statements, funding and results</a:t>
            </a:r>
            <a:endParaRPr lang="en-US" sz="1800" dirty="0"/>
          </a:p>
        </p:txBody>
      </p:sp>
      <p:pic>
        <p:nvPicPr>
          <p:cNvPr id="5" name="Cover photo" descr="Shilika Jain speaking on stage with a microphone in front of a presentation scre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5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 a crisis the first statement goes out within hours: what happened, what you know, what you're doing and when you'll update. On funding, results and partnership days, executives need the cleared numbers, the off-limits numbers and the angle that makes the figure news.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The holding statement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Funding and results days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Crisis press statement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Announcement day rehearsal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5 · KEY IDEA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holding statement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In a crisis, publish within hours: what happened, what you know, what you're doing and when you'll update. If the company stays silent, someone else fills the gap.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5: Crisis statements and announcement days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5 · KEY IDEA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Funding and results days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Know which numbers are cleared and which you won't discuss before the first call. MANTRA Chain's $11M raise ran in CoinDesk because it carried an RWA and Middle East angle, not just a figure.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5: Crisis statements and announcement days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5 · EXERCISE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Crisis press statement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 security incident breaks mid-session. The team has 60 minutes to publish a holding statement, then the spokesperson takes a five-minute press call on it.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5 · EXERCISE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Announcement day rehearsal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 funding or results announcement with a list of cleared and off-limits figures. Reporters push for the numbers you can't share, and each executive finishes their spokesperson card.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5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Draft a holding statement for a security incident in 60 minutes, then take a five-minute press call on it. Next, rehearse a funding or results announcement against a list of approved and off-limits figures.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6.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belongs in a first holding statement during a crisis?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full root-cause analysis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happened, what you know, what you're doing and when you'll update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legal disclaimer and nothing else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Nothing until every fact is confirmed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belongs in a first holding statement during a crisis?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full root-cause analysis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happened, what you know, what you're doing and when you'll update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legal disclaimer and nothing else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Nothing until every fact is confirmed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short holding statement fills the gap before speculation does. Promising a time for the next update buys time honestly.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did MANTRA Chain's $11M raise run in CoinDesk?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was the largest raise that month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was a sponsored post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carried an RWA angle and a Middle East angle reporters were already covering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CEO went on live TV first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did MANTRA Chain's $11M raise run in CoinDesk?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was the largest raise that month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was a sponsored post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carried an RWA angle and a Middle East angle reporters were already covering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CEO went on live TV first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C.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figure alone is rarely news. Tying the raise to a category word and a regional story gave editors a reason to run it.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a results day, a reporter presses for next quarter's numbers, which aren't public. What do you say?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Say you won't go beyond what's published, then restate the published figures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Give a rough figure off the record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Say "no comment" and hang up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Hint at the number without saying it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a results day, a reporter presses for next quarter's numbers, which aren't public. What do you say?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Say you won't go beyond what's published, then restate the published figures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Give a rough figure off the record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Say "no comment" and hang up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Hint at the number without saying it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A.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Sharing non-public numbers with one reporter creates legal and trust problems. A clear boundary plus the public figures is the safe answer.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5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holding statement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Funding and results days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Crisis press statement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Announcement day rehearsal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6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voice on LinkedIn and X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media training: Module 5, Crisis statements and announcement days</dc:title>
  <dc:subject>Media training for executives: CEO and C-suite interview, crisis and on-camera training</dc:subject>
  <dc:creator>Shilika Jain</dc:creator>
  <cp:lastModifiedBy>Shilika Jain</cp:lastModifiedBy>
  <cp:revision>1</cp:revision>
  <dcterms:created xsi:type="dcterms:W3CDTF">2026-10-31T12:02:45Z</dcterms:created>
  <dcterms:modified xsi:type="dcterms:W3CDTF">2026-10-31T12:02:45Z</dcterms:modified>
</cp:coreProperties>
</file>