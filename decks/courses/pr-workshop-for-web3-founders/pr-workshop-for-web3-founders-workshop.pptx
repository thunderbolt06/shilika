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82ff9e7-e059-4fd6-3875-588dea4d40e9}">
          <p14:sldIdLst>
            <p14:sldId id="256"/>
            <p14:sldId id="257"/>
          </p14:sldIdLst>
        </p14:section>
        <p14:section name="Day 1" id="{3404564d-c5ee-acb4-53a2-fe42f721f15f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ay 2" id="{292c3b79-2429-053f-1d9f-8780d215e3d0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Day 3" id="{81e62f66-98e1-a59d-d58c-9a7fab232d29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lose" id="{c76e8ebc-a129-a312-ad75-baf7e63b1880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days for crypto founding teams heading into a mainnet, raise, TGE or listing. They leave with a narrative, a compliance-checked message list, a media list, a launch timeline, a release draft and a crisis kit. It draws on the PR workshop for the XRPL Labs Accelerator with Tenity and the "Mastering the ABCs of Web3 PR" session at India Blockchain Week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1, Narrative, compliance and the crypto media map. Deliverable: A one-page narrative with a single angle, an approved and banned message list, and a 25-name media list from bylines.
Day 2, Launch comms: mainnet, raise, TGE and listings. Deliverable: A launch comms timeline, a press release draft and three pitches under 150 words for named reporters.
Day 3, Founder voice, crisis and APAC. Deliverable: A holding statement template, a recorded mock interview with notes, and a 90-day PR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1.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 crypto editor runs and ignores, why wire releases mostly land on syndication sites, and how to tell earned coverage from a sponsored post that only looks like it.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team finds the one word reporters already cover that fits its story, using RARI's royalties and MANTRA's RWA plus Middle East framing as the models.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write their core messages, then strip every line that touches price, returns or investment language. They finish with an approved phrase list and a banned phrase list their legal reviewer can check.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site search on CoinDesk, Cointelegraph, The Block, Decrypt and Blockworks, plus two trade outlets, to find who covered your category in the last 90 days.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1 deliverable before close: A one-page narrative with a single angle, an approved and banned message list, and a 25-name media list from bylines.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2.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six weeks before launch to 30 days after: embargoed briefings, the release, founder interviews, community posts and the first follow-up story.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release for your next milestone with the news in the first paragraph and a founder quote that says something about the problem, not the token.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Decide what is a press story and what is a community post. Pair a listing or TGE with a product milestone or usage data, or keep it in your own channels.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the KOL wave after the earned story is live, brief KOLs on the same approved messages, and check that every paid post carries a disclosure.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2 deliverable before close: A launch comms timeline, a press release draft and three pitches under 150 words for named reporters.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3.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Magna's Worldcoin comment in Decrypt and Fluence's Microsoft outage piece in e27, each founder writes a 100-word comment on this week's crypto news.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Ten-minute mock interviews on the questions crypto reporters actually ask: team wallets, vesting schedules, a past exploit, regulators. Recorded and reviewed.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live scenario, an exploit or a depeg, run against the clock. Teams draft a holding statement in 30 minutes, then the update and the reply to an investigative reporter.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Korea, Japan and Chinese-language crypto media fit your plan, which outlets and channels matter there, then three stories mapped onto the next quarter.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3 deliverable before close: A holding statement template, a recorded mock interview with notes, and a 90-day PR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three deliverables, then agree on the first thing each participant will send or publish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points, all on record:
- Ran a PR workshop for PayFi and tokenisation founders at the XRPL Labs Accelerator with Tenity in July 2025.
- Taught "Mastering the ABCs of Web3 PR" at India Blockchain Week 2024 and a PR workshop in the Myosin Learns series in July 2024.
- Framed the RARI Chain mainnet around NFT royalties in January 2024. It ran in CoinDesk, The Block and Cointelegraph the same week.
- Pitched MANTRA Chain's $11M raise with an RWA and Middle East angle for CoinDesk in March 2024, plus a Cointelegraph CEO interview.
- Leads APAC PR and partnerships at Myosin, after about 1.5 years as APAC lead for partnerships and PR at CoinMarketCap.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questions. Booking link: https://calendly.com/shilikajain/30min/. Program page: https://www.shilikajain.com/courses/pr-workshop-for-web3-founders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THREE-DAY WORKSHOP · FACILITATOR DECK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PR workshop for Web3 founders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Practical crypto PR for founders shipping a mainnet, a raise or a token, built on the RARI, MANTRA and Fluence campaigns.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THREE DAYS 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Every day ends with finished work</a:t>
            </a:r>
            <a:endParaRPr lang="en-US" sz="3600" dirty="0"/>
          </a:p>
        </p:txBody>
      </p:sp>
      <p:sp>
        <p:nvSpPr>
          <p:cNvPr id="4" name="Day 1 card"/>
          <p:cNvSpPr/>
          <p:nvPr/>
        </p:nvSpPr>
        <p:spPr>
          <a:xfrm>
            <a:off x="548640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Day 1 pill"/>
          <p:cNvSpPr/>
          <p:nvPr/>
        </p:nvSpPr>
        <p:spPr>
          <a:xfrm>
            <a:off x="822960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Day 1 label"/>
          <p:cNvSpPr txBox="1"/>
          <p:nvPr/>
        </p:nvSpPr>
        <p:spPr>
          <a:xfrm>
            <a:off x="822960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1</a:t>
            </a:r>
            <a:endParaRPr lang="en-US" sz="1100" dirty="0"/>
          </a:p>
        </p:txBody>
      </p:sp>
      <p:sp>
        <p:nvSpPr>
          <p:cNvPr id="7" name="Day 1 theme"/>
          <p:cNvSpPr txBox="1"/>
          <p:nvPr/>
        </p:nvSpPr>
        <p:spPr>
          <a:xfrm>
            <a:off x="822960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Narrative, compliance and the crypto media map</a:t>
            </a:r>
            <a:endParaRPr lang="en-US" sz="1800" dirty="0"/>
          </a:p>
        </p:txBody>
      </p:sp>
      <p:sp>
        <p:nvSpPr>
          <p:cNvPr id="8" name="Day 1 sessions"/>
          <p:cNvSpPr txBox="1"/>
          <p:nvPr/>
        </p:nvSpPr>
        <p:spPr>
          <a:xfrm>
            <a:off x="822960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How crypto newsrooms decide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angle for your launch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Compliance-aware messaging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Byline research across crypto media</a:t>
            </a:r>
            <a:endParaRPr lang="en-US" sz="1500" dirty="0"/>
          </a:p>
        </p:txBody>
      </p:sp>
      <p:sp>
        <p:nvSpPr>
          <p:cNvPr id="9" name="Day 2 card"/>
          <p:cNvSpPr/>
          <p:nvPr/>
        </p:nvSpPr>
        <p:spPr>
          <a:xfrm>
            <a:off x="4338218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0" name="Day 2 pill"/>
          <p:cNvSpPr/>
          <p:nvPr/>
        </p:nvSpPr>
        <p:spPr>
          <a:xfrm>
            <a:off x="4612538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Day 2 label"/>
          <p:cNvSpPr txBox="1"/>
          <p:nvPr/>
        </p:nvSpPr>
        <p:spPr>
          <a:xfrm>
            <a:off x="4612538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2</a:t>
            </a:r>
            <a:endParaRPr lang="en-US" sz="1100" dirty="0"/>
          </a:p>
        </p:txBody>
      </p:sp>
      <p:sp>
        <p:nvSpPr>
          <p:cNvPr id="12" name="Day 2 theme"/>
          <p:cNvSpPr txBox="1"/>
          <p:nvPr/>
        </p:nvSpPr>
        <p:spPr>
          <a:xfrm>
            <a:off x="4612538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comms: mainnet, raise, TGE and listings</a:t>
            </a:r>
            <a:endParaRPr lang="en-US" sz="1800" dirty="0"/>
          </a:p>
        </p:txBody>
      </p:sp>
      <p:sp>
        <p:nvSpPr>
          <p:cNvPr id="13" name="Day 2 sessions"/>
          <p:cNvSpPr txBox="1"/>
          <p:nvPr/>
        </p:nvSpPr>
        <p:spPr>
          <a:xfrm>
            <a:off x="4612538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launch timeline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Funding and mainnet release clinic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TGE and exchange listing news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KOLs and earned press in one plan</a:t>
            </a:r>
            <a:endParaRPr lang="en-US" sz="1500" dirty="0"/>
          </a:p>
        </p:txBody>
      </p:sp>
      <p:sp>
        <p:nvSpPr>
          <p:cNvPr id="14" name="Day 3 card"/>
          <p:cNvSpPr/>
          <p:nvPr/>
        </p:nvSpPr>
        <p:spPr>
          <a:xfrm>
            <a:off x="8127797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5" name="Day 3 pill"/>
          <p:cNvSpPr/>
          <p:nvPr/>
        </p:nvSpPr>
        <p:spPr>
          <a:xfrm>
            <a:off x="8402117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Day 3 label"/>
          <p:cNvSpPr txBox="1"/>
          <p:nvPr/>
        </p:nvSpPr>
        <p:spPr>
          <a:xfrm>
            <a:off x="8402117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3</a:t>
            </a:r>
            <a:endParaRPr lang="en-US" sz="1100" dirty="0"/>
          </a:p>
        </p:txBody>
      </p:sp>
      <p:sp>
        <p:nvSpPr>
          <p:cNvPr id="17" name="Day 3 theme"/>
          <p:cNvSpPr txBox="1"/>
          <p:nvPr/>
        </p:nvSpPr>
        <p:spPr>
          <a:xfrm>
            <a:off x="8402117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voice, crisis and APAC</a:t>
            </a:r>
            <a:endParaRPr lang="en-US" sz="2200" dirty="0"/>
          </a:p>
        </p:txBody>
      </p:sp>
      <p:sp>
        <p:nvSpPr>
          <p:cNvPr id="18" name="Day 3 sessions"/>
          <p:cNvSpPr txBox="1"/>
          <p:nvPr/>
        </p:nvSpPr>
        <p:spPr>
          <a:xfrm>
            <a:off x="8402117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Commentary between launches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hard-questions interview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Crisis drill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APAC and the 90-day plan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Narrative, compliance and the crypto media map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one-page narrative with a single angle, an approved and banned message list, and a 25-name media list from bylines.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How crypto newsrooms decide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What a crypto editor runs and ignores, why wire releases mostly land on syndication sites, and how to tell earned coverage from a sponsored post that only looks like it.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One angle for your launch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team finds the one word reporters already cover that fits its story, using RARI's royalties and MANTRA's RWA plus Middle East framing as the models.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Compliance-aware messaging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Teams write their core messages, then strip every line that touches price, returns or investment language. They finish with an approved phrase list and a banned phrase list their legal reviewer can check.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Byline research across crypto media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Use site search on CoinDesk, Cointelegraph, The Block, Decrypt and Blockworks, plus two trade outlets, to find who covered your category in the last 90 days.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one-page narrative with a single angle, an approved and banned message list, and a 25-name media list from bylines.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Launch comms: mainnet, raise, TGE and listings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launch comms timeline, a press release draft and three pitches under 150 words for named reporters.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launch timeline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Map six weeks before launch to 30 days after: embargoed briefings, the release, founder interviews, community posts and the first follow-up story.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Funding and mainnet release clinic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Write the release for your next milestone with the news in the first paragraph and a founder quote that says something about the problem, not the token.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TGE and exchange listing news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Decide what is a press story and what is a community post. Pair a listing or TGE with a product milestone or usage data, or keep it in your own channels.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KOLs and earned press in one plan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Place the KOL wave after the earned story is live, brief KOLs on the same approved messages, and check that every paid post carries a disclosure.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launch comms timeline, a press release draft and three pitches under 150 words for named reporters.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Founder voice, crisis and APAC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holding statement template, a recorded mock interview with notes, and a 90-day PR plan.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Commentary between launches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Using Magna's Worldcoin comment in Decrypt and Fluence's Microsoft outage piece in e27, each founder writes a 100-word comment on this week's crypto news.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hard-questions interview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Ten-minute mock interviews on the questions crypto reporters actually ask: team wallets, vesting schedules, a past exploit, regulators. Recorded and reviewed.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Crisis drill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live scenario, an exploit or a depeg, run against the clock. Teams draft a holding statement in 30 minutes, then the update and the reply to an investigative reporter.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APAC and the 90-day plan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Where Korea, Japan and Chinese-language crypto media fit your plan, which outlets and channels matter there, then three stories mapped onto the next quarter.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holding statement template, a recorded mock interview with notes, and a 90-day PR plan.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THREE DAYS, THREE DELIVERABLES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the room takes home</a:t>
            </a:r>
            <a:endParaRPr lang="en-US" sz="3600" dirty="0"/>
          </a:p>
        </p:txBody>
      </p:sp>
      <p:sp>
        <p:nvSpPr>
          <p:cNvPr id="4" name="Takeaway 1 card"/>
          <p:cNvSpPr/>
          <p:nvPr/>
        </p:nvSpPr>
        <p:spPr>
          <a:xfrm>
            <a:off x="548640" y="201168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Takeaway 1 pill"/>
          <p:cNvSpPr/>
          <p:nvPr/>
        </p:nvSpPr>
        <p:spPr>
          <a:xfrm>
            <a:off x="822960" y="239572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6" name="Takeaway 1 label"/>
          <p:cNvSpPr txBox="1"/>
          <p:nvPr/>
        </p:nvSpPr>
        <p:spPr>
          <a:xfrm>
            <a:off x="822960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1</a:t>
            </a:r>
            <a:endParaRPr lang="en-US" sz="1100" dirty="0"/>
          </a:p>
        </p:txBody>
      </p:sp>
      <p:sp>
        <p:nvSpPr>
          <p:cNvPr id="7" name="Takeaway 1"/>
          <p:cNvSpPr txBox="1"/>
          <p:nvPr/>
        </p:nvSpPr>
        <p:spPr>
          <a:xfrm>
            <a:off x="2011680" y="214884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one-page narrative with a single angle, an approved and banned message list, and a 25-name media list from bylines.</a:t>
            </a:r>
            <a:endParaRPr lang="en-US" sz="1600" dirty="0"/>
          </a:p>
        </p:txBody>
      </p:sp>
      <p:sp>
        <p:nvSpPr>
          <p:cNvPr id="8" name="Takeaway 2 card"/>
          <p:cNvSpPr/>
          <p:nvPr/>
        </p:nvSpPr>
        <p:spPr>
          <a:xfrm>
            <a:off x="548640" y="333756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Takeaway 2 pill"/>
          <p:cNvSpPr/>
          <p:nvPr/>
        </p:nvSpPr>
        <p:spPr>
          <a:xfrm>
            <a:off x="822960" y="372160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0" name="Takeaway 2 label"/>
          <p:cNvSpPr txBox="1"/>
          <p:nvPr/>
        </p:nvSpPr>
        <p:spPr>
          <a:xfrm>
            <a:off x="822960" y="3721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2</a:t>
            </a:r>
            <a:endParaRPr lang="en-US" sz="1100" dirty="0"/>
          </a:p>
        </p:txBody>
      </p:sp>
      <p:sp>
        <p:nvSpPr>
          <p:cNvPr id="11" name="Takeaway 2"/>
          <p:cNvSpPr txBox="1"/>
          <p:nvPr/>
        </p:nvSpPr>
        <p:spPr>
          <a:xfrm>
            <a:off x="2011680" y="347472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launch comms timeline, a press release draft and three pitches under 150 words for named reporters.</a:t>
            </a:r>
            <a:endParaRPr lang="en-US" sz="1600" dirty="0"/>
          </a:p>
        </p:txBody>
      </p:sp>
      <p:sp>
        <p:nvSpPr>
          <p:cNvPr id="12" name="Takeaway 3 card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Takeaway 3 pill"/>
          <p:cNvSpPr/>
          <p:nvPr/>
        </p:nvSpPr>
        <p:spPr>
          <a:xfrm>
            <a:off x="822960" y="504748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4" name="Takeaway 3 label"/>
          <p:cNvSpPr txBox="1"/>
          <p:nvPr/>
        </p:nvSpPr>
        <p:spPr>
          <a:xfrm>
            <a:off x="822960" y="50474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3</a:t>
            </a:r>
            <a:endParaRPr lang="en-US" sz="1100" dirty="0"/>
          </a:p>
        </p:txBody>
      </p:sp>
      <p:sp>
        <p:nvSpPr>
          <p:cNvPr id="15" name="Takeaway 3"/>
          <p:cNvSpPr txBox="1"/>
          <p:nvPr/>
        </p:nvSpPr>
        <p:spPr>
          <a:xfrm>
            <a:off x="2011680" y="480060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holding statement template, a recorded mock interview with notes, and a 90-day PR plan.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WHY LEARN THIS FROM SHILIKA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Taught from live campaigns</a:t>
            </a:r>
            <a:endParaRPr lang="en-US" sz="3600" dirty="0"/>
          </a:p>
        </p:txBody>
      </p:sp>
      <p:sp>
        <p:nvSpPr>
          <p:cNvPr id="5" name="Proof 1 dot"/>
          <p:cNvSpPr/>
          <p:nvPr/>
        </p:nvSpPr>
        <p:spPr>
          <a:xfrm>
            <a:off x="4937760" y="206654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Proof 1"/>
          <p:cNvSpPr txBox="1"/>
          <p:nvPr/>
        </p:nvSpPr>
        <p:spPr>
          <a:xfrm>
            <a:off x="5349240" y="201168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Ran a PR workshop for PayFi and tokenisation founders at the XRPL Labs Accelerator with Tenity in July 2025.</a:t>
            </a:r>
            <a:endParaRPr lang="en-US" sz="1500" dirty="0"/>
          </a:p>
        </p:txBody>
      </p:sp>
      <p:sp>
        <p:nvSpPr>
          <p:cNvPr id="7" name="Proof 2 dot"/>
          <p:cNvSpPr/>
          <p:nvPr/>
        </p:nvSpPr>
        <p:spPr>
          <a:xfrm>
            <a:off x="4937760" y="2907792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Proof 2"/>
          <p:cNvSpPr txBox="1"/>
          <p:nvPr/>
        </p:nvSpPr>
        <p:spPr>
          <a:xfrm>
            <a:off x="5349240" y="2852928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Taught "Mastering the ABCs of Web3 PR" at India Blockchain Week 2024 and a PR workshop in the Myosin Learns series in July 2024.</a:t>
            </a:r>
            <a:endParaRPr lang="en-US" sz="1500" dirty="0"/>
          </a:p>
        </p:txBody>
      </p:sp>
      <p:sp>
        <p:nvSpPr>
          <p:cNvPr id="9" name="Proof 3 dot"/>
          <p:cNvSpPr/>
          <p:nvPr/>
        </p:nvSpPr>
        <p:spPr>
          <a:xfrm>
            <a:off x="4937760" y="3749040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Proof 3"/>
          <p:cNvSpPr txBox="1"/>
          <p:nvPr/>
        </p:nvSpPr>
        <p:spPr>
          <a:xfrm>
            <a:off x="5349240" y="369417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Framed the RARI Chain mainnet around NFT royalties in January 2024. It ran in CoinDesk, The Block and Cointelegraph the same week.</a:t>
            </a:r>
            <a:endParaRPr lang="en-US" sz="1500" dirty="0"/>
          </a:p>
        </p:txBody>
      </p:sp>
      <p:sp>
        <p:nvSpPr>
          <p:cNvPr id="11" name="Proof 4 dot"/>
          <p:cNvSpPr/>
          <p:nvPr/>
        </p:nvSpPr>
        <p:spPr>
          <a:xfrm>
            <a:off x="4937760" y="459028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Proof 4"/>
          <p:cNvSpPr txBox="1"/>
          <p:nvPr/>
        </p:nvSpPr>
        <p:spPr>
          <a:xfrm>
            <a:off x="5349240" y="4535424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Pitched MANTRA Chain's $11M raise with an RWA and Middle East angle for CoinDesk in March 2024, plus a Cointelegraph CEO interview.</a:t>
            </a:r>
            <a:endParaRPr lang="en-US" sz="1500" dirty="0"/>
          </a:p>
        </p:txBody>
      </p:sp>
      <p:sp>
        <p:nvSpPr>
          <p:cNvPr id="13" name="Proof 5 dot"/>
          <p:cNvSpPr/>
          <p:nvPr/>
        </p:nvSpPr>
        <p:spPr>
          <a:xfrm>
            <a:off x="4937760" y="5431536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Proof 5"/>
          <p:cNvSpPr txBox="1"/>
          <p:nvPr/>
        </p:nvSpPr>
        <p:spPr>
          <a:xfrm>
            <a:off x="5349240" y="5376672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Leads APAC PR and partnerships at Myosin, after about 1.5 years as APAC lead for partnerships and PR at CoinMarketCap.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WORKSHOP CLOSE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Book a workshop, masterclass or course for your cohort: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calendly.com/shilikajain/30min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shilikajain.com/courses/pr-workshop-for-web3-founders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workshop for Web3 founders: three-day workshop</dc:title>
  <dc:subject>PR workshop for Web3 founders: earned crypto press, launch comms and crisis readiness</dc:subject>
  <dc:creator>Shilika Jain</dc:creator>
  <cp:lastModifiedBy>Shilika Jain</cp:lastModifiedBy>
  <cp:revision>1</cp:revision>
  <dcterms:created xsi:type="dcterms:W3CDTF">2026-10-31T12:02:46Z</dcterms:created>
  <dcterms:modified xsi:type="dcterms:W3CDTF">2026-10-31T12:02:46Z</dcterms:modified>
</cp:coreProperties>
</file>