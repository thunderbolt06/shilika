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5bb0b43-84e5-b658-7591-5727bdbc9dfc}">
          <p14:sldIdLst>
            <p14:sldId id="256"/>
            <p14:sldId id="257"/>
          </p14:sldIdLst>
        </p14:section>
        <p14:section name="Teaching" id="{229f5b1b-3bd5-5135-9977-5e83e796a91f}">
          <p14:sldIdLst>
            <p14:sldId id="258"/>
            <p14:sldId id="259"/>
            <p14:sldId id="260"/>
            <p14:sldId id="261"/>
          </p14:sldIdLst>
        </p14:section>
        <p14:section name="Activity" id="{79298aa0-e2f3-debc-dcb8-179633e3c617}">
          <p14:sldIdLst>
            <p14:sldId id="262"/>
          </p14:sldIdLst>
        </p14:section>
        <p14:section name="Quiz" id="{17687aa7-a106-5062-cce5-d5c2a70d4732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5b6c5471-9db3-c29d-62b4-80683050ef4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founders get quoted between launches: reacting to the week's crypto news with a useful view, writing op-eds, and preparing for the questions crypto reporters always ask.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5: How founders get quoted between launches: reacting to the week's crypto news with a useful view, writing op-eds, and preparing for the questions crypto reporters always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Magna got into Decrypt by commenting on Worldcoin's launch. Fluence tied a global Microsoft outage to decentralized compute and ran in e27.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Fluence co-founder Tom Trowbridge became a DePIN voice through op-eds and interviews, including a CoinDesk op-ed in April 2025. A clear view gets quoted between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Magna's Worldcoin comment in Decrypt and Fluence's Microsoft outage piece in e27, each founder writes a 100-word comment on this week's crypto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Ten-minute mock interviews on the questions crypto reporters actually ask: team wallets, vesting schedules, a past exploit, regulators. Recorded and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Pick one live crypto story this week and write a 100-word comment you could send a reporter today. Record a ten-minute mock interview on team wallets, vesting and 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Expert commentary on the Worldcoin launch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Expert commentary on the Worldcoin launch
Why: Commenting on a trending launch gave a B2B infra brand a reason to be quoted without news of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A short comment on why decentralized infrastructure matters, with one fact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A short comment on why decentralized infrastructure matters, with one fact
Why: Fluence did this with the Microsoft outage and ran in e27. Live news gives a quiet project a reason to be quoted outside crypto 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 sharp argument about where a category is going, backed by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 sharp argument about where a category is going, backed by evidence
Why: Opinion editors want an argument their readers can disagree with. A product pitch dressed as an op-ed gets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6: What to say in the first hour of an exploit, outage or depeg, how to answer an investigative reporter, and how APAC crypto media differs from English-language outlets.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5 OF 6 · PR WORKSHOP FOR WEB3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Founder voice and commentary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Op-eds, newsjacking and interviews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founders get quoted between launches: reacting to the week's crypto news with a useful view, writing op-eds, and preparing for the questions crypto reporters always ask.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Get quoted without your own news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founder is the voice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Commentary between launches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The hard-questions interview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Get quoted without your own news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Magna got into Decrypt by commenting on Worldcoin's launch. Fluence tied a global Microsoft outage to decentralized compute and ran in e27.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Founder voice and commentary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founder is the voice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Fluence co-founder Tom Trowbridge became a DePIN voice through op-eds and interviews, including a CoinDesk op-ed in April 2025. A clear view gets quoted between launches.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Founder voice and commentary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Commentary between launches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Using Magna's Worldcoin comment in Decrypt and Fluence's Microsoft outage piece in e27, each founder writes a 100-word comment on this week's crypto news.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hard-questions interview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Ten-minute mock interviews on the questions crypto reporters actually ask: team wallets, vesting schedules, a past exploit, regulators. Recorded and reviewed.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live crypto story this week and write a 100-word comment you could send a reporter today. Record a ten-minute mock interview on team wallets, vesting and regulation.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6.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Magna had no launch to announce. How did it get into Decrypt?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paid feature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exchange listing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conference keynote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Expert commentary on the Worldcoin launch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Magna had no launch to announce. How did it get into Decrypt?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paid feature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An exchange listing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conference keynote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Expert commentary on the Worldcoin launch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Commenting on a trending launch gave a B2B infra brand a reason to be quoted without news of its own.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huge non-crypto outage dominates the news. What should a DePIN founder send reporters?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Nothing, it is not crypto news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token promotion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comment on why decentralized infrastructure matters, with one fact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full press release about the outage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huge non-crypto outage dominates the news. What should a DePIN founder send reporters?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Nothing, it is not crypto news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token promotion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comment on why decentralized infrastructure matters, with one fact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full press release about the outage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Fluence did this with the Microsoft outage and ran in e27. Live news gives a quiet project a reason to be quoted outside crypto media.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op-ed pitch is strongest for a crypto opinion section?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sharp argument about where a category is going, backed by evidence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our protocol is the best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recap of our roadmap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thank-you to our community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op-ed pitch is strongest for a crypto opinion section?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sharp argument about where a category is going, backed by evidence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Why our protocol is the best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recap of our roadmap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thank-you to our community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Opinion editors want an argument their readers can disagree with. A product pitch dressed as an op-ed gets rejected.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Get quoted without your own news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founder is the voice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Commentary between launches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The hard-questions interview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6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comms and APAC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Web3 founders: Module 5, Founder voice and commentary</dc:title>
  <dc:subject>PR workshop for Web3 founders: earned crypto press, launch comms and crisis readiness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