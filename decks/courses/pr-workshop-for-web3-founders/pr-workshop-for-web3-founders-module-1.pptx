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762fdd2-5a8c-8cb7-45f4-96fe54c10b46}">
          <p14:sldIdLst>
            <p14:sldId id="256"/>
            <p14:sldId id="257"/>
          </p14:sldIdLst>
        </p14:section>
        <p14:section name="Teaching" id="{6a1608c5-7df2-f4bf-183b-73e2a51e3324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Activity" id="{fd5e7ba2-13ec-d617-4836-9c21bbc81c5b}">
          <p14:sldIdLst>
            <p14:sldId id="264"/>
          </p14:sldIdLst>
        </p14:section>
        <p14:section name="Quiz" id="{d59e5ac1-c8ef-6bf8-115f-6d83bf589fcf}">
          <p14:sldIdLst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Recap" id="{376474d9-d4f5-aaed-d3d9-a602861c8c20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crypto media works, what each channel buys you, and why a distributed release rarely becomes coverage. Covers the main outlets and how to read their beats.
Cadence: 6 weekly modules. 90 minutes live, plus about 2 hours of activity work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1: How crypto media works, what each channel buys you, and why a distributed release rarely becomes coverage. Covers the main outlets and how to read their beats.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Paying to distribute a crypto release usually buys pickups on syndication sites few readers visit. Editorial coverage comes from a reporter choosing your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Bullieverse's $4M raise ran as mainstream India business news in Economic Times, Inc42 and YourStory, while its CoinDesk piece was sponsored. Know which is which, and label it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CoinDesk, Cointelegraph, The Block, Decrypt and Blockworks each have beats and named reporters. Read a month of each outlet before you pitch any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channels, four jobs. Earned builds trust, sponsored buys a guaranteed slot, paid amplifies, KOLs reach a community. Mixing them up wastes the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 crypto editor runs and ignores, why wire releases mostly land on syndication sites, and how to tell earned coverage from a sponsored post that only looks like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site search on CoinDesk, Cointelegraph, The Block, Decrypt and Blockworks, plus two trade outlets, to find who covered your category in the last 90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Collect the last 15 stories about projects in your category. Mark each as earned, sponsored or paid, and note the outlet, the reporter and the 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Embargoed briefings with five reporters who cover your category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Embargoed briefings with five reporters who cover your category
Why: Reporters who already cover the category can choose to write the story. Wire pickups, banners and KOL posts are distribution, not editorial interest.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A, As sponsored content, labelled as such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A: As sponsored content, labelled as such
Why: Sponsored content is legitimate when it's labelled. Calling it earned misleads investors and burns trust with reporters.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An earned story in a crypto outlet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An earned story in a crypto outlet
Why: Earned coverage stays indexed and gets cited. Social posts fade within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2: Finding the one angle reporters already cover, writing three supporting messages, and removing anything that sounds like price talk or a promise of returns.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1 OF 6 · PR WORKSHOP FOR WEB3 FOUNDERS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Crypto PR is not a press release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Earned, sponsored, paid and KOL coverage in crypto</a:t>
            </a:r>
            <a:endParaRPr lang="en-US" sz="1800" dirty="0"/>
          </a:p>
        </p:txBody>
      </p:sp>
      <p:pic>
        <p:nvPicPr>
          <p:cNvPr id="5" name="Cover photo" descr="Shilika Jain smiling mid-talk on stage, microphone in ha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How crypto media works, what each channel buys you, and why a distributed release rarely becomes coverage. Covers the main outlets and how to read their beats.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 wire release is not coverage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Sponsored is not earned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The crypto media map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Earned, sponsored, paid, KOL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How crypto newsrooms decide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Byline research across crypto media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KEY IDEA 1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A wire release is not coverage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Paying to distribute a crypto release usually buys pickups on syndication sites few readers visit. Editorial coverage comes from a reporter choosing your story.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1: Crypto PR is not a press release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KEY IDEA 2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Sponsored is not earned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Bullieverse's $4M raise ran as mainstream India business news in Economic Times, Inc42 and YourStory, while its CoinDesk piece was sponsored. Know which is which, and label it honestly.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1: Crypto PR is not a press release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KEY IDEA 3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crypto media map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CoinDesk, Cointelegraph, The Block, Decrypt and Blockworks each have beats and named reporters. Read a month of each outlet before you pitch any of them.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1: Crypto PR is not a press release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KEY IDEA 4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Earned, sponsored, paid, KOL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Four channels, four jobs. Earned builds trust, sponsored buys a guaranteed slot, paid amplifies, KOLs reach a community. Mixing them up wastes the budget.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1: Crypto PR is not a press release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EXERCISE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How crypto newsrooms decide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What a crypto editor runs and ignores, why wire releases mostly land on syndication sites, and how to tell earned coverage from a sponsored post that only looks like it.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EXERCISE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Byline research across crypto media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Use site search on CoinDesk, Cointelegraph, The Block, Decrypt and Blockworks, plus two trade outlets, to find who covered your category in the last 90 days.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 the last 15 stories about projects in your category. Mark each as earned, sponsored or paid, and note the outlet, the reporter and the angle.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2.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TGE is in three weeks and the budget covers one of these. Which does the most for earned coverage?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wire release to 300 crypto sites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Embargoed briefings with five reporters who cover your category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banner on a crypto news homepage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second KOL wave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TGE is in three weeks and the budget covers one of these. Which does the most for earned coverage?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wire release to 300 crypto sites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Embargoed briefings with five reporters who cover your category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banner on a crypto news homepage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second KOL wave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Reporters who already cover the category can choose to write the story. Wire pickups, banners and KOL posts are distribution, not editorial interest.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Bullieverse's $4M raise ran in Economic Times, Inc42 and YourStory, and the team also paid for a CoinDesk piece. How should the investor update list the CoinDesk piece?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 sponsored content, labelled as such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 earned tier-1 coverage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 an exclusive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should be hidden from the update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Bullieverse's $4M raise ran in Economic Times, Inc42 and YourStory, and the team also paid for a CoinDesk piece. How should the investor update list the CoinDesk piece?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 sponsored content, labelled as such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As earned tier-1 coverage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As an exclusive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should be hidden from the update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A.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Sponsored content is legitimate when it's labelled. Calling it earned misleads investors and burns trust with reporters.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channel is best at building a public record that investors and AI search find months later?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KOL thread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Telegram announcement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 earned story in a crypto outlet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paid banner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channel is best at building a public record that investors and AI search find months later?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KOL thread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Telegram announcement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 earned story in a crypto outlet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paid banner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Earned coverage stays indexed and gets cited. Social posts fade within days.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 wire release is not coverage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Sponsored is not earned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crypto media map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Earned, sponsored, paid, KOL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How crypto newsrooms decide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Byline research across crypto media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2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Narrative and compliance-aware messaging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 workshop for Web3 founders: Module 1, Crypto PR is not a press release</dc:title>
  <dc:subject>PR workshop for Web3 founders: earned crypto press, launch comms and crisis readiness</dc:subject>
  <dc:creator>Shilika Jain</dc:creator>
  <cp:lastModifiedBy>Shilika Jain</cp:lastModifiedBy>
  <cp:revision>1</cp:revision>
  <dcterms:created xsi:type="dcterms:W3CDTF">2026-10-31T12:02:46Z</dcterms:created>
  <dcterms:modified xsi:type="dcterms:W3CDTF">2026-10-31T12:02:46Z</dcterms:modified>
</cp:coreProperties>
</file>