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bba9711-139f-e304-f1db-c7099b6aeb6e}">
          <p14:sldIdLst>
            <p14:sldId id="256"/>
            <p14:sldId id="257"/>
          </p14:sldIdLst>
        </p14:section>
        <p14:section name="Teaching" id="{179baebd-1ed6-68e8-94f3-d57d4a3a63dd}">
          <p14:sldIdLst>
            <p14:sldId id="258"/>
            <p14:sldId id="259"/>
            <p14:sldId id="260"/>
            <p14:sldId id="261"/>
            <p14:sldId id="262"/>
          </p14:sldIdLst>
        </p14:section>
        <p14:section name="Activity" id="{b649841b-9e40-bee7-e40e-6f0841b068b8}">
          <p14:sldIdLst>
            <p14:sldId id="263"/>
          </p14:sldIdLst>
        </p14:section>
        <p14:section name="Quiz" id="{134405b9-11c3-00f9-b3d4-cdee52b7f9e2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cap" id="{a1059dbc-05c8-d223-bcf3-353d479e401f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 in the first hour of an exploit, outage or depeg, how to answer an investigative reporter, and how APAC crypto media differs from English-language outlets.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6: What to say in the first hour of an exploit, outage or depeg, how to answer an investigative reporter, and how APAC crypto media differs from English-language outlets.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exploit, outage or depeg needs a short holding statement: what you know, what you are doing, when you will update. Silence gets filled by someone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Korean reach runs through Naver-syndicated outlets like Hankyung and Telegram-driven apps like CoinNess. Each market needs its own angle and outlets.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angle, one approved message list with banned phrases, 25 reporters, a launch timeline, the KOL slot and a holding statement. Drafted before people leave.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live scenario, an exploit or a depeg, run against the clock. Teams draft a holding statement in 30 minutes, then the update and the reply to an investigative reporter.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Korea, Japan and Chinese-language crypto media fit your plan, which outlets and channels matter there, then three stories mapped onto the next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a holding statement template and a reply plan for a reporter with specific questions. Map which Korean, Japanese or Chinese-language outlets fit your next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A short holding statement: what you know, what you are doing, when you will update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A short holding statement: what you know, what you are doing, when you will update
Why: A holding statement buys time and shows control. A post-mortem comes later, once the facts are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Answer factually and soon, through one spokesperson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Answer factually and soon, through one spokesperson
Why: Repeated specific questions mean the story is coming. Answering early gets your facts into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Pitch Naver-syndicated outlets like Hankyung and Telegram-driven apps like CoinNess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Pitch Naver-syndicated outlets like Hankyung and Telegram-driven apps like CoinNess
Why: Korean reach comes from mainstream outlets syndicated on Naver plus Telegram-driven crypto news apps, not from a translated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Capstone brief: A launch comms pack for a real upcoming milestone: one-line angle, approved and banned message list, 25-name media list, launch timeline, release, three sent pitches, KOL brief with disclosure, and a holding statement. Shilika reviews each pack line by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6 OF 6 · PR WORKSHOP FOR WEB3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Crisis comms and APAC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first hour, the investigative reporter and regional media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What to say in the first hour of an exploit, outage or depeg, how to answer an investigative reporter, and how APAC crypto media differs from English-language outlets.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first hour of a crisis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APAC is not a translation job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Your launch comms plan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Crisis drill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APAC and the 90-day plan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first hour of a crisis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An exploit, outage or depeg needs a short holding statement: what you know, what you are doing, when you will update. Silence gets filled by someone else.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Crisis comms and APAC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APAC is not a translation job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Korean reach runs through Naver-syndicated outlets like Hankyung and Telegram-driven apps like CoinNess. Each market needs its own angle and outlets.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Crisis comms and APAC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KEY IDEA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launch comms plan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One angle, one approved message list with banned phrases, 25 reporters, a launch timeline, the KOL slot and a holding statement. Drafted before people leave.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6: Crisis comms and APAC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drill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live scenario, an exploit or a depeg, run against the clock. Teams draft a holding statement in 30 minutes, then the update and the reply to an investigative reporter.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APAC and the 90-day plan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Where Korea, Japan and Chinese-language crypto media fit your plan, which outlets and channels matter there, then three stories mapped onto the next quarter.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holding statement template and a reply plan for a reporter with specific questions. Map which Korean, Japanese or Chinese-language outlets fit your next story.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It feeds straight into your capstone.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bridge is exploited at 2am. What goes out first?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full post-mortem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short holding statement: what you know, what you are doing, when you will update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Nothing until the funds are recovered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KOL thread defending the team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bridge is exploited at 2am. What goes out first?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full post-mortem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short holding statement: what you know, what you are doing, when you will update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Nothing until the funds are recovered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KOL thread defending the team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holding statement buys time and shows control. A post-mortem comes later, once the facts are confirmed.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investigative reporter emails three times with specific questions about team wallets. What do you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Ignore it so the story dies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Threaten legal action first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a KOL to discredit the reporter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factually and soon, through one spokesperson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investigative reporter emails three times with specific questions about team wallets. What do you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Ignore it so the story dies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Threaten legal action first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Ask a KOL to discredit the reporter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Answer factually and soon, through one spokesperson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Repeated specific questions mean the story is coming. Answering early gets your facts into it.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plan reaches Korean crypto readers best?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Pitch Naver-syndicated outlets like Hankyung and Telegram-driven apps like CoinNess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Translate the English release and post it on X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Rely on English tier-1 coverage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 US KOLs only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plan reaches Korean crypto readers best?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Pitch Naver-syndicated outlets like Hankyung and Telegram-driven apps like CoinNess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Translate the English release and post it on X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Rely on English tier-1 coverage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Run US KOLs only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Korean reach comes from mainstream outlets syndicated on Naver plus Telegram-driven crypto news apps, not from a translated release.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6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first hour of a crisis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APAC is not a translation job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Your launch comms plan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Crisis drill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APAC and the 90-day plan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THE CAPSTONE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launch comms pack for a real upcoming milestone: one-line angle, approved and banned message list, 25-name media list, launch timeline, release, three sent pitches, KOL brief with disclosure, and a holding statement. Shilika reviews each pack line by 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workshop for Web3 founders: Module 6, Crisis comms and APAC</dc:title>
  <dc:subject>PR workshop for Web3 founders: earned crypto press, launch comms and crisis readiness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