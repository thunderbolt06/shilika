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f763a5a7-4055-36c8-aed4-54b3685d21ca}">
          <p14:sldIdLst>
            <p14:sldId id="256"/>
            <p14:sldId id="257"/>
          </p14:sldIdLst>
        </p14:section>
        <p14:section name="Teaching" id="{76c1c8f3-0e72-3c03-0b00-373eedc0675e}">
          <p14:sldIdLst>
            <p14:sldId id="258"/>
            <p14:sldId id="259"/>
            <p14:sldId id="260"/>
            <p14:sldId id="261"/>
          </p14:sldIdLst>
        </p14:section>
        <p14:section name="Activity" id="{633deb1f-44c6-44a8-ebca-19604391550c}">
          <p14:sldIdLst>
            <p14:sldId id="262"/>
          </p14:sldIdLst>
        </p14:section>
        <p14:section name="Quiz" id="{6b753b69-a976-6ec8-2992-00c697fa93fc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Recap" id="{dfe759ce-ee42-1416-485c-99ce7ac923ea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Building a timeline from six weeks out to 30 days after, deciding who gets an embargoed briefing, and writing a release that leads with the product, not the token.
Cadence: 6 weekly modules. 90 minutes live, plus about 2 hours of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3: Building a timeline from six weeks out to 30 days after, deciding who gets an embargoed briefing, and writing a release that leads with the product, not the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MANTRA's $11M round ran in CoinDesk because it carried RWA and a Middle East angle. A number alone rarely makes a funding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 going live, who is using it, what it does that nothing else did. The token is part of the story, never the headline.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six weeks before launch to 30 days after: embargoed briefings, the release, founder interviews, community posts and the first follow-up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the release for your next milestone with the news in the first paragraph and a founder quote that says something about the problem, not the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Build a launch timeline for your next milestone and write the release. Cut it by a third and check the first paragraph stands on its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One problem you solve that their beat already covers, as RARI did with NFT royalties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One problem you solve that their beat already covers, as RARI did with NFT royalties
Why: A launch that fits an existing beat gets a slot. Speed and feature claims compete with every other chain announcing that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D, What the network does and who is using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D: What the network does and who is using it
Why: Reporters cover products and people. The token is context, and leading with price invites the wrong headline.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Hold it until the exclusive is live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Hold it until the exclusive is live
Why: An exclusive only works if nobody else has the news. Release publicly once the first story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4: Why a listing alone rarely interests reporters, how to pair it with real news, and how to run a KOL wave next to earned press with clear disclosure.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3 OF 6 · PR WORKSHOP FOR WEB3 FOUNDERS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Launch comms for mainnet, raise and TGE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The launch timeline and the release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Building a timeline from six weeks out to 30 days after, deciding who gets an embargoed briefing, and writing a release that leads with the product, not the token.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Give a raise a second angle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What counts as news at TGE and mainnet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The launch timeline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Funding and mainnet release clinic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KEY IDEA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Give a raise a second angle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MANTRA's $11M round ran in CoinDesk because it carried RWA and a Middle East angle. A number alone rarely makes a funding story.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3: Launch comms for mainnet, raise and TGE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KEY IDEA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counts as news at TGE and mainnet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The product going live, who is using it, what it does that nothing else did. The token is part of the story, never the headline.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3: Launch comms for mainnet, raise and TGE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EXERCISE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launch timeline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Map six weeks before launch to 30 days after: embargoed briefings, the release, founder interviews, community posts and the first follow-up story.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EXERCISE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Funding and mainnet release clinic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Write the release for your next milestone with the news in the first paragraph and a founder quote that says something about the problem, not the token.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launch timeline for your next milestone and write the release. Cut it by a third and check the first paragraph stands on its own.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4.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L2 mainnet goes live the same week as three other chains. Which framing gives a CoinDesk reporter a reason to pick yours?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problem you solve that their beat already covers, as RARI did with NFT royalties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highest throughput number on your testnet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list of every feature at launch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size of your community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L2 mainnet goes live the same week as three other chains. Which framing gives a CoinDesk reporter a reason to pick yours?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problem you solve that their beat already covers, as RARI did with NFT royalties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highest throughput number on your testnet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list of every feature at launch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size of your community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launch that fits an existing beat gets a slot. Speed and feature claims compete with every other chain announcing that week.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should lead a TGE press release?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listing price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list of investors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token allocation chart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the network does and who is using it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should lead a TGE press release?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listing price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list of investors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token allocation chart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the network does and who is using it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D.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Reporters cover products and people. The token is context, and leading with price invites the wrong headline.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want one tier-1 outlet to break your mainnet news. What do you do with the public release?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Send it to everyone a week early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Hold it until the exclusive is live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Skip the exclusive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Post it on X first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want one tier-1 outlet to break your mainnet news. What do you do with the public release?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Send it to everyone a week early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Hold it until the exclusive is live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Skip the exclusive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Post it on X first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An exclusive only works if nobody else has the news. Release publicly once the first story runs.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Give a raise a second angle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What counts as news at TGE and mainnet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The launch timeline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Funding and mainnet release clinic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4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Exchange listings, KOLs and earned press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workshop for Web3 founders: Module 3, Launch comms for mainnet, raise and TGE</dc:title>
  <dc:subject>PR workshop for Web3 founders: earned crypto press, launch comms and crisis readiness</dc:subject>
  <dc:creator>Shilika Jain</dc:creator>
  <cp:lastModifiedBy>Shilika Jain</cp:lastModifiedBy>
  <cp:revision>1</cp:revision>
  <dcterms:created xsi:type="dcterms:W3CDTF">2026-10-31T12:02:46Z</dcterms:created>
  <dcterms:modified xsi:type="dcterms:W3CDTF">2026-10-31T12:02:46Z</dcterms:modified>
</cp:coreProperties>
</file>