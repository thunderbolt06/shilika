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bcabd67-d98d-6f2a-e2e7-abad3db8d642}">
          <p14:sldIdLst>
            <p14:sldId id="256"/>
            <p14:sldId id="257"/>
          </p14:sldIdLst>
        </p14:section>
        <p14:section name="Teaching" id="{c5e7d9d9-22a4-59c7-d429-bd64cde0e95c}">
          <p14:sldIdLst>
            <p14:sldId id="258"/>
            <p14:sldId id="259"/>
            <p14:sldId id="260"/>
            <p14:sldId id="261"/>
          </p14:sldIdLst>
        </p14:section>
        <p14:section name="Activity" id="{02e534be-ca67-6dbb-0a6b-a55637237f4f}">
          <p14:sldIdLst>
            <p14:sldId id="262"/>
          </p14:sldIdLst>
        </p14:section>
        <p14:section name="Quiz" id="{c69f5461-ce7b-02c8-2af8-2703434e4816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cap" id="{8a66d1d9-c731-27bd-8277-cca0970b25f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the one angle reporters already cover, writing three supporting messages, and removing anything that sounds like price talk or a promise of returns.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2: Finding the one angle reporters already cover, writing three supporting messages, and removing anything that sounds like price talk or a promise of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RARI Chain launched its mainnet as the chain that protects NFT royalties, not as another L2. One sharp angle put it in CoinDesk, The Block and Cointelegraph the same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Founders and spokespeople do not predict price, hint at returns or describe the token as an investment. Talk about the network, the users and the problem it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team finds the one word reporters already cover that fits its story, using RARI's royalties and MANTRA's RWA plus Middle East framing as the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write their core messages, then strip every line that touches price, returns or investment language. They finish with an approved phrase list and a banned phrase list their legal reviewer can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Write your one-line angle and three messages. Then run every sentence on your site and pitch deck through a banned phrase list and rewrite what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Decline to discuss price and talk about network usage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Decline to discuss price and talk about network usage
Why: Spokespeople don't comment on price. Steering to usage keeps the founder quotable and keeps the project out of regulatory trouble.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The asset used to pay for and secure the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The asset used to pay for and secure the network
Why: Describing what the token does on the network is factual. Investment language invites regulatory and reputational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It paired the raise with RWA and a Middle East angle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It paired the raise with RWA and a Middle East angle
Why: Reporters were already covering RWA and the Middle East. The angle gave the number a story to sit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3: Building a timeline from six weeks out to 30 days after, deciding who gets an embargoed briefing, and writing a release that leads with the product, not the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2 OF 6 · PR WORKSHOP FOR WEB3 FOUNDERS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Narrative and compliance-aware messaging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One angle, approved phrases and banned phrases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Finding the one angle reporters already cover, writing three supporting messages, and removing anything that sounds like price talk or a promise of returns.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One angle per launch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No price talk, ever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One angle for your launch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Compliance-aware messaging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One angle per launch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RARI Chain launched its mainnet as the chain that protects NFT royalties, not as another L2. One sharp angle put it in CoinDesk, The Block and Cointelegraph the same week.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Narrative and compliance-aware messaging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No price talk, ever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Founders and spokespeople do not predict price, hint at returns or describe the token as an investment. Talk about the network, the users and the problem it solves.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Narrative and compliance-aware messaging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One angle for your launch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team finds the one word reporters already cover that fits its story, using RARI's royalties and MANTRA's RWA plus Middle East framing as the models.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Compliance-aware messaging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Teams write their core messages, then strip every line that touches price, returns or investment language. They finish with an approved phrase list and a banned phrase list their legal reviewer can check.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your one-line angle and three messages. Then run every sentence on your site and pitch deck through a banned phrase list and rewrite what fails.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3.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reporter asks your founder where the token will trade in six months. What is the right answer?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Give a conservative estimate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Share the team's internal price model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Refer them to a KOL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Decline to discuss price and talk about network usage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reporter asks your founder where the token will trade in six months. What is the right answer?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Give a conservative estimate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Share the team's internal price model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Refer them to a KOL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Decline to discuss price and talk about network usage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Spokespeople don't comment on price. Steering to usage keeps the founder quotable and keeps the project out of regulatory trouble.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description of a token is safest in a press release?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asset used to pay for and secure the network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investment opportunity for early backers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reward for buying early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bet on the next market cycle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description of a token is safest in a press release?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asset used to pay for and secure the network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An investment opportunity for early backers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reward for buying early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bet on the next market cycle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Describing what the token does on the network is factual. Investment language invites regulatory and reputational risk.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MANTRA's raise carry further than a plain funding headline?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the biggest round of the year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sponsored in every outlet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paired the raise with RWA and a Middle East angle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announced at a conference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MANTRA's raise carry further than a plain funding headline?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the biggest round of the year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sponsored in every outlet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paired the raise with RWA and a Middle East angle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announced at a conference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Reporters were already covering RWA and the Middle East. The angle gave the number a story to sit in.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One angle per launch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price talk, ever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One angle for your launch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Compliance-aware messaging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3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comms for mainnet, raise and TGE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workshop for Web3 founders: Module 2, Narrative and compliance-aware messaging</dc:title>
  <dc:subject>PR workshop for Web3 founders: earned crypto press, launch comms and crisis readiness</dc:subject>
  <dc:creator>Shilika Jain</dc:creator>
  <cp:lastModifiedBy>Shilika Jain</cp:lastModifiedBy>
  <cp:revision>1</cp:revision>
  <dcterms:created xsi:type="dcterms:W3CDTF">2026-10-31T12:02:46Z</dcterms:created>
  <dcterms:modified xsi:type="dcterms:W3CDTF">2026-10-31T12:02:46Z</dcterms:modified>
</cp:coreProperties>
</file>