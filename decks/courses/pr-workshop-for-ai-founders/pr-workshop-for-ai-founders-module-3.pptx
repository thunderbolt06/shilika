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83abbf-3472-90b9-b0b7-703ba9da1317}">
          <p14:sldIdLst>
            <p14:sldId id="256"/>
            <p14:sldId id="257"/>
          </p14:sldIdLst>
        </p14:section>
        <p14:section name="Teaching" id="{b607c810-4c98-26cd-e589-12052164d5d6}">
          <p14:sldIdLst>
            <p14:sldId id="258"/>
            <p14:sldId id="259"/>
          </p14:sldIdLst>
        </p14:section>
        <p14:section name="Activity" id="{ea9037c6-2673-ff42-30c0-6932330b1e60}">
          <p14:sldIdLst>
            <p14:sldId id="260"/>
          </p14:sldIdLst>
        </p14:section>
        <p14:section name="Quiz" id="{1a158818-15f1-3cd5-8b35-edddf6ff6aa4}">
          <p14:sldIdLst>
            <p14:sldId id="261"/>
            <p14:sldId id="262"/>
            <p14:sldId id="263"/>
            <p14:sldId id="264"/>
            <p14:sldId id="265"/>
            <p14:sldId id="266"/>
            <p14:sldId id="267"/>
          </p14:sldIdLst>
        </p14:section>
        <p14:section name="Recap" id="{9086e9db-2a51-f1c3-0152-5708f77b0a1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mainstream tech outlets such as TechCrunch, The Information, VentureBeat and Forbes look for, how that differs from sector and developer trade press, and how to cut one announcement into two pitches.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What mainstream tech outlets such as TechCrunch, The Information, VentureBeat and Forbes look for, how that differs from sector and developer trade press, and how to cut one announcement into two pitches.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Mainstream tech press wants the market, the money and a founder who talks plainly. Trade press wants the technical detail. Same news, two different pitches.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mainstream tech list (TechCrunch, The Information, VentureBeat, Forbes) and a trade list for your sector from the bylines of the last 90 days. Note each reporter's last relevant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Build two lists of 15 reporters each from bylines in the last 90 days. Write one pitch for each list on the same news and compare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A trade or developer publication, or a reporter who covers AI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A trade or developer publication, or a reporter who covers AI infrastructure
Why: Technical news lands first where readers understand why it matters. Wider coverage can follow once there is a story about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Market context, why now, who pays, and a founder who speaks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Market context, why now, who pays, and a founder who speaks plainly
Why: Mainstream readers need the business story. The technical detail supports it but rarely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Reporters who wrote about your category in the last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Reporters who wrote about your category in the last 90 days
Why: A reporter who covered your category recently already has a reason to care. Generic lists produce generic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4: How a steady run of founder interviews, podcasts and quick commentary builds the body of work tier-1 reporters look for. Walks through GAIA from Dec 2024 to Apr 2025 and the Fluence and Magna newsjacking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3 OF 6 · PR WORKSHOP FOR AI FOUNDERS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Mainstream tech press vs trade press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Two press maps for one announcement</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3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What mainstream tech outlets such as TechCrunch, The Information, VentureBeat and Forbes look for, how that differs from sector and developer trade press, and how to cut one announcement into two pitches.</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Two press maps, one announcement</a:t>
            </a:r>
            <a:endParaRPr lang="en-US" sz="1500" dirty="0"/>
          </a:p>
          <a:p>
            <a:pPr marL="342900" indent="-342900">
              <a:spcAft>
                <a:spcPts val="500"/>
              </a:spcAft>
              <a:buSzPct val="100000"/>
              <a:buFont typeface="+mj-lt"/>
              <a:buAutoNum type="arabicPeriod" startAt="1"/>
            </a:pPr>
            <a:r>
              <a:rPr lang="en-US" sz="1500" dirty="0">
                <a:solidFill>
                  <a:schemeClr val="tx1"/>
                </a:solidFill>
              </a:rPr>
              <a:t>Exercise: Two press maps</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3 · KEY IDEA 1 OF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Two press maps, one announcement</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Mainstream tech press wants the market, the money and a founder who talks plainly. Trade press wants the technical detail. Same news, two different pitches.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3: Mainstream tech press vs trade press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3 · EXERCISE 1 OF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Two press maps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Build a mainstream tech list (TechCrunch, The Information, VentureBeat, Forbes) and a trade list for your sector from the bylines of the last 90 days. Note each reporter's last relevant story.</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3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Build two lists of 15 reporters each from bylines in the last 90 days. Write one pitch for each list on the same news and compare what changed.</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4.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Your news is an inference speed-up that matters mostly to developers. Where does the first pitch go?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general business outlet's markets desk</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lifestyle magazine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Every outlet at once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trade or developer publication, or a reporter who covers AI infrastructure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Your news is an inference speed-up that matters mostly to developers. Where does the first pitch go?</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general business outlet's markets desk</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lifestyle magazine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Every outlet at once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trade or developer publication, or a reporter who covers AI infrastructure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Technical news lands first where readers understand why it matters. Wider coverage can follow once there is a story about the market.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does a mainstream tech reporter usually need that a trade reporter might not?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full benchmark table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Market context, why now, who pays, and a founder who speaks plainly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Access to the source code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zipped press kit</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does a mainstream tech reporter usually need that a trade reporter might not?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full benchmark table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Market context, why now, who pays, and a founder who speaks plainly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Access to the source code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zipped press kit</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Mainstream readers need the business story. The technical detail supports it but rarely carries it.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the best source for an AI media list?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Reporters who wrote about your category in the last 90 days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purchased database export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Every AI editor at the ten biggest outlets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Your investors' press contacts only</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the best source for an AI media list?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Reporters who wrote about your category in the last 90 days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purchased database export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Every AI editor at the ten biggest outlets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Your investors' press contacts only</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A reporter who covered your category recently already has a reason to care. Generic lists produce generic silence.</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3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Two press maps, one announcement</a:t>
            </a:r>
            <a:endParaRPr lang="en-US" sz="2000" dirty="0"/>
          </a:p>
          <a:p>
            <a:pPr marL="342900" indent="-342900">
              <a:spcAft>
                <a:spcPts val="1200"/>
              </a:spcAft>
              <a:buSzPct val="100000"/>
              <a:buChar char="•"/>
            </a:pPr>
            <a:r>
              <a:rPr lang="en-US" sz="2000" dirty="0">
                <a:solidFill>
                  <a:schemeClr val="tx1"/>
                </a:solidFill>
              </a:rPr>
              <a:t>Practised: Two press maps</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4</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Founder visibility</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Module 3, Mainstream tech press vs trade press</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