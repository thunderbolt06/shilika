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f24855-cece-8943-fc25-d7774e619408}">
          <p14:sldIdLst>
            <p14:sldId id="256"/>
            <p14:sldId id="257"/>
          </p14:sldIdLst>
        </p14:section>
        <p14:section name="Teaching" id="{f475a5a5-b13c-6f90-575d-7acc6cbfc506}">
          <p14:sldIdLst>
            <p14:sldId id="258"/>
            <p14:sldId id="259"/>
            <p14:sldId id="260"/>
            <p14:sldId id="261"/>
          </p14:sldIdLst>
        </p14:section>
        <p14:section name="Activity" id="{8da478f4-3702-0bd2-05b5-543d9d4a4be6}">
          <p14:sldIdLst>
            <p14:sldId id="262"/>
          </p14:sldIdLst>
        </p14:section>
        <p14:section name="Quiz" id="{e8b3ea13-a7d9-0ca4-f960-5efe1bb3fe7a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6fa35dd3-0dc1-2dc0-6d08-09e67a74220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 steady run of founder interviews, podcasts and quick commentary builds the body of work tier-1 reporters look for. Walks through GAIA from Dec 2024 to Apr 2025 and the Fluence and Magna newsjacking examples.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How a steady run of founder interviews, podcasts and quick commentary builds the body of work tier-1 reporters look for. Walks through GAIA from Dec 2024 to Apr 2025 and the Fluence and Magna newsjacking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GAIA's founders did interviews and podcasts from Dec 2024 to Apr 2025 around one narrative. That body of work is what Forbes, Decrypt and Benzinga could find and build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big launch or outage dominates the day, a founder with a sharp view gets quoted. Fluence tied the Microsoft outage to decentralized compute in e27; Magna's Worldcoin commentary got a B2B brand into Decrypt.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GAIA as the worked example: interviews, podcasts and commentary from Dec 2024 to Apr 2025 around one narrative. Map your own 90 days of appearances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this week's biggest AI story and write a 100-word expert comment a reporter could quote today. Fluence and Magna show how commentary on someone else's news earns a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Plan 90 days of founder appearances around your category phrase: target podcasts, two op-ed ideas and a list of news events you could comment on. Write one 100-word comment on this week's AI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A steady cadence of interviews around one narrative that reporters could find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A steady cadence of interviews around one narrative that reporters could find
Why: Each interview added to a searchable record of the founder saying the same thing well. Reporters build on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Send a short, specific expert take to reporters covering it, within hours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Send a short, specific expert take to reporters covering it, within hours
Why: Reporters need informed voices on the day. Magna's Worldcoin commentary got a B2B brand into Decrypt this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Shows whose listeners are your buyers, investors or developers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Shows whose listeners are your buyers, investors or developers
Why: Fit beats reach early on. A small show your buyers listen to does more than a big one they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How to give a funding round or launch an angle beyond the number, when to offer an exclusive, how embargoes work, and why earned and sponsored placements are not the same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PR WORKSHOP FOR AI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Founder visibility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Interviews, podcasts and commentary that compound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a steady run of founder interviews, podcasts and quick commentary builds the body of work tier-1 reporters look for. Walks through GAIA from Dec 2024 to Apr 2025 and the Fluence and Magna newsjacking examples.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Founder visibility compounds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Comment on the AI news cycle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Founder visibility plan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Reactive commentary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Founder visibility compounds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GAIA's founders did interviews and podcasts from Dec 2024 to Apr 2025 around one narrative. That body of work is what Forbes, Decrypt and Benzinga could find and build on.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Founder visibility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Comment on the AI news cycle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When a big launch or outage dominates the day, a founder with a sharp view gets quoted. Fluence tied the Microsoft outage to decentralized compute in e27; Magna's Worldcoin commentary got a B2B brand into Decrypt.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Founder visibility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Founder visibility plan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GAIA as the worked example: interviews, podcasts and commentary from Dec 2024 to Apr 2025 around one narrative. Map your own 90 days of appearances the same way.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Reactive commentary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Take this week's biggest AI story and write a 100-word expert comment a reporter could quote today. Fluence and Magna show how commentary on someone else's news earns a slot.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90 days of founder appearances around your category phrase: target podcasts, two op-ed ideas and a list of news events you could comment on. Write one 100-word comment on this week's AI news.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GAIA's founder interviews compound into tier-1 coverage?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large press release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Paid placements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steady cadence of interviews around one narrative that reporters could find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rebrand halfway through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GAIA's founder interviews compound into tier-1 coverage?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One large press release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Paid placements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steady cadence of interviews around one narrative that reporters could find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rebrand halfway through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Each interview added to a searchable record of the founder saying the same thing well. Reporters build on that.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major model launch dominates today's news. What is the best move for an early AI founder?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Stay quiet until it passes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Issue a release about your own roadmap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 a meme about it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a short, specific expert take to reporters covering it, within hours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major model launch dominates today's news. What is the best move for an early AI founder?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Stay quiet until it passes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Issue a release about your own roadmap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Post a meme about it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a short, specific expert take to reporters covering it, within hours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need informed voices on the day. Magna's Worldcoin commentary got a B2B brand into Decrypt this way.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podcasts tend to help an early AI founder most?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biggest show, regardless of audience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Shows whose listeners are your buyers, investors or developers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Any show that charges for a slot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Video-only shows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podcasts tend to help an early AI founder most?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biggest show, regardless of audience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Shows whose listeners are your buyers, investors or developers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Any show that charges for a slot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Video-only shows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Fit beats reach early on. A small show your buyers listen to does more than a big one they skip.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Founder visibility compounds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Comment on the AI news cycle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Founder visibility plan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Reactive commentary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announcements and launches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AI founders: Module 4, Founder visibility</dc:title>
  <dc:subject>PR workshop for AI founders: category narrative, claims discipline, tech press and AI search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