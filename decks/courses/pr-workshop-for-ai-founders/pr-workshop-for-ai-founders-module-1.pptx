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a8caba7-5cb7-cc05-bd31-0bf960043477}">
          <p14:sldIdLst>
            <p14:sldId id="256"/>
            <p14:sldId id="257"/>
          </p14:sldIdLst>
        </p14:section>
        <p14:section name="Teaching" id="{bda9ad37-534c-093a-92c5-5398d3ac112d}">
          <p14:sldIdLst>
            <p14:sldId id="258"/>
            <p14:sldId id="259"/>
            <p14:sldId id="260"/>
            <p14:sldId id="261"/>
          </p14:sldIdLst>
        </p14:section>
        <p14:section name="Activity" id="{a4e72aca-b586-f8a2-17e8-753c5dd87e74}">
          <p14:sldIdLst>
            <p14:sldId id="262"/>
          </p14:sldIdLst>
        </p14:section>
        <p14:section name="Quiz" id="{3d833fb5-a08b-8600-3023-98852dfddbca}">
          <p14:sldIdLst>
            <p14:sldId id="263"/>
            <p14:sldId id="264"/>
            <p14:sldId id="265"/>
            <p14:sldId id="266"/>
            <p14:sldId id="267"/>
            <p14:sldId id="268"/>
            <p14:sldId id="269"/>
          </p14:sldIdLst>
        </p14:section>
        <p14:section name="Recap" id="{89b102c0-6f92-a2ad-0bf8-0d3950916ad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AI pitches that lead with parameters, architecture or benchmark tables rarely get answered, and how to replace them with a category narrative. Uses GAIA's decentralized AI agents narrative as the worked example.
Cadence: 6 weekly modules. 90 minutes live, plus about 2 hours of activity work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Why AI pitches that lead with parameters, architecture or benchmark tables rarely get answered, and how to replace them with a category narrative. Uses GAIA's decentralized AI agents narrative as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Reporters rarely cover parameter counts. They cover what changes for their readers, so lead with the problem your AI removes and who it removes it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phrase for the category you want to be named in and argue for it everywhere. GAIA's press ran on decentralized AI agents, not a feature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tech reporter filters for in the first few lines, why spec-led pitches go unanswered, and how earned, sponsored and paid placements differ. Bullieverse is the warning: its CoinDesk piece was sponsored, not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founder writes the phrase they want reporters and AI engines to attach to their company. The room checks it against what outlets already cover and cuts anything nobody searches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Collect the last ten AI stories in your category. For each, write down the phrase the reporter used to describe the category and whether any spec appeared above the fold. Then draft your own category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The customer problem the product removes and who has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The customer problem the product removes and who has it
Why: A mainstream reporter writes for readers who care what changes for them. Specs can support the story, but they rarely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C, A phrase and an argument about where the market is going that the company wants to be named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A phrase and an argument about where the market is going that the company wants to be named for
Why: A category narrative gives reporters and AI engines a slot to put you in. Features change every release; the category argument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D, One narrative, decentralized AI agents, with node count as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One narrative, decentralized AI agents, with node count as proof
Why: One consistent narrative plus one checkable number gave reporters across Forbes, Decrypt and Benzinga the same story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2: How to talk about benchmarks, accuracy and demos without overclaiming. Covers the words that trigger scrutiny, how to write a methods note, and what to do when a reporter asks for evidence you can't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1 OF 6 · PR WORKSHOP FOR AI FOUNDERS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Category narrative over model specs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Why reporters skip the spec sheet</a:t>
            </a:r>
            <a:endParaRPr lang="en-US" sz="1800" dirty="0"/>
          </a:p>
        </p:txBody>
      </p:sp>
      <p:pic>
        <p:nvPicPr>
          <p:cNvPr id="5" name="Cover photo" descr="Shilika Jain smiling mid-talk on stage, microphone in hand">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Why AI pitches that lead with parameters, architecture or benchmark tables rarely get answered, and how to replace them with a category narrative. Uses GAIA's decentralized AI agents narrative as the worked example.</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Your model is not the story</a:t>
            </a:r>
            <a:endParaRPr lang="en-US" sz="1500" dirty="0"/>
          </a:p>
          <a:p>
            <a:pPr marL="342900" indent="-342900">
              <a:spcAft>
                <a:spcPts val="500"/>
              </a:spcAft>
              <a:buSzPct val="100000"/>
              <a:buFont typeface="+mj-lt"/>
              <a:buAutoNum type="arabicPeriod" startAt="1"/>
            </a:pPr>
            <a:r>
              <a:rPr lang="en-US" sz="1500" dirty="0">
                <a:solidFill>
                  <a:schemeClr val="tx1"/>
                </a:solidFill>
              </a:rPr>
              <a:t>Category narrative over spec sheet</a:t>
            </a:r>
            <a:endParaRPr lang="en-US" sz="1500" dirty="0"/>
          </a:p>
          <a:p>
            <a:pPr marL="342900" indent="-342900">
              <a:spcAft>
                <a:spcPts val="500"/>
              </a:spcAft>
              <a:buSzPct val="100000"/>
              <a:buFont typeface="+mj-lt"/>
              <a:buAutoNum type="arabicPeriod" startAt="1"/>
            </a:pPr>
            <a:r>
              <a:rPr lang="en-US" sz="1500" dirty="0">
                <a:solidFill>
                  <a:schemeClr val="tx1"/>
                </a:solidFill>
              </a:rPr>
              <a:t>Exercise: How AI news gets made</a:t>
            </a:r>
            <a:endParaRPr lang="en-US" sz="1500" dirty="0"/>
          </a:p>
          <a:p>
            <a:pPr marL="342900" indent="-342900">
              <a:spcAft>
                <a:spcPts val="500"/>
              </a:spcAft>
              <a:buSzPct val="100000"/>
              <a:buFont typeface="+mj-lt"/>
              <a:buAutoNum type="arabicPeriod" startAt="1"/>
            </a:pPr>
            <a:r>
              <a:rPr lang="en-US" sz="1500" dirty="0">
                <a:solidFill>
                  <a:schemeClr val="tx1"/>
                </a:solidFill>
              </a:rPr>
              <a:t>Exercise: Category phrase lab</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 KEY IDEA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model is not the story</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Reporters rarely cover parameter counts. They cover what changes for their readers, so lead with the problem your AI removes and who it removes it for.</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1: Category narrative over model specs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 KEY IDEA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Category narrative over spec sheet</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Pick one phrase for the category you want to be named in and argue for it everywhere. GAIA's press ran on decentralized AI agents, not a feature list.</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1: Category narrative over model specs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 EXERCISE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How AI news gets made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What a tech reporter filters for in the first few lines, why spec-led pitches go unanswered, and how earned, sponsored and paid placements differ. Bullieverse is the warning: its CoinDesk piece was sponsored, not earned.</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 EXERCISE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Category phrase lab</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Each founder writes the phrase they want reporters and AI engines to attach to their company. The room checks it against what outlets already cover and cuts anything nobody searches for.</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E2</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Collect the last ten AI stories in your category. For each, write down the phrase the reporter used to describe the category and whether any spec appeared above the fold. Then draft your own category phrase.</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Bring it to Module 2. It is the first thing we review.</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pitch opening is most likely to get a reply from a mainstream tech reporter?</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customer problem the product removes and who has it</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model's parameter count and architecture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list of the startup's investors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team's academic publications</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pitch opening is most likely to get a reply from a mainstream tech reporter?</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customer problem the product removes and who has it</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 model's parameter count and architecture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list of the startup's investors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 team's academic publications</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A mainstream reporter writes for readers who care what changes for them. Specs can support the story, but they rarely open it.</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is a category narrative?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full list of product features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An advertising tagline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phrase and an argument about where the market is going that the company wants to be named for</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technical whitepaper</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is a category narrative?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full list of product features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An advertising tagline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phrase and an argument about where the market is going that the company wants to be named for</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technical whitepaper</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C.  </a:t>
            </a:r>
            <a:pPr indent="0" marL="0">
              <a:buNone/>
            </a:pPr>
            <a:r>
              <a:rPr lang="en-US" sz="1700" dirty="0">
                <a:solidFill>
                  <a:schemeClr val="tx1"/>
                </a:solidFill>
              </a:rPr>
              <a:t>A category narrative gives reporters and AI engines a slot to put you in. Features change every release; the category argument holds.</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was GAIA's coverage organized around?</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Leaderboard benchmark scores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celebrity investor</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token price target</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One narrative, decentralized AI agents, with node count as proof</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was GAIA's coverage organized around?</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Leaderboard benchmark scores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celebrity investor</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token price target</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One narrative, decentralized AI agents, with node count as proof</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D.  </a:t>
            </a:r>
            <a:pPr indent="0" marL="0">
              <a:buNone/>
            </a:pPr>
            <a:r>
              <a:rPr lang="en-US" sz="1700" dirty="0">
                <a:solidFill>
                  <a:schemeClr val="tx1"/>
                </a:solidFill>
              </a:rPr>
              <a:t>One consistent narrative plus one checkable number gave reporters across Forbes, Decrypt and Benzinga the same story to build on.</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1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Your model is not the story</a:t>
            </a:r>
            <a:endParaRPr lang="en-US" sz="2000" dirty="0"/>
          </a:p>
          <a:p>
            <a:pPr marL="342900" indent="-342900">
              <a:spcAft>
                <a:spcPts val="1200"/>
              </a:spcAft>
              <a:buSzPct val="100000"/>
              <a:buChar char="•"/>
            </a:pPr>
            <a:r>
              <a:rPr lang="en-US" sz="2000" dirty="0">
                <a:solidFill>
                  <a:schemeClr val="tx1"/>
                </a:solidFill>
              </a:rPr>
              <a:t>Category narrative over spec sheet</a:t>
            </a:r>
            <a:endParaRPr lang="en-US" sz="2000" dirty="0"/>
          </a:p>
          <a:p>
            <a:pPr marL="342900" indent="-342900">
              <a:spcAft>
                <a:spcPts val="1200"/>
              </a:spcAft>
              <a:buSzPct val="100000"/>
              <a:buChar char="•"/>
            </a:pPr>
            <a:r>
              <a:rPr lang="en-US" sz="2000" dirty="0">
                <a:solidFill>
                  <a:schemeClr val="tx1"/>
                </a:solidFill>
              </a:rPr>
              <a:t>Practised: How AI news gets made</a:t>
            </a:r>
            <a:endParaRPr lang="en-US" sz="2000" dirty="0"/>
          </a:p>
          <a:p>
            <a:pPr marL="342900" indent="-342900">
              <a:spcAft>
                <a:spcPts val="1200"/>
              </a:spcAft>
              <a:buSzPct val="100000"/>
              <a:buChar char="•"/>
            </a:pPr>
            <a:r>
              <a:rPr lang="en-US" sz="2000" dirty="0">
                <a:solidFill>
                  <a:schemeClr val="tx1"/>
                </a:solidFill>
              </a:rPr>
              <a:t>Practised: Category phrase lab</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MODULE 2</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Benchmarks and claims discipline</a:t>
            </a:r>
            <a:endParaRPr lang="en-US" sz="2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workshop for AI founders: Module 1, Category narrative over model specs</dc:title>
  <dc:subject>PR workshop for AI founders: category narrative, claims discipline, tech press and AI search</dc:subject>
  <dc:creator>Shilika Jain</dc:creator>
  <cp:lastModifiedBy>Shilika Jain</cp:lastModifiedBy>
  <cp:revision>1</cp:revision>
  <dcterms:created xsi:type="dcterms:W3CDTF">2026-10-31T12:02:45Z</dcterms:created>
  <dcterms:modified xsi:type="dcterms:W3CDTF">2026-10-31T12:02:45Z</dcterms:modified>
</cp:coreProperties>
</file>