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de0f938c-ce98-ee7a-5497-30f730c6e71f}">
          <p14:sldIdLst>
            <p14:sldId id="256"/>
            <p14:sldId id="257"/>
          </p14:sldIdLst>
        </p14:section>
        <p14:section name="Teaching" id="{1024cccc-eaa9-4169-6508-6f074d0a3a75}">
          <p14:sldIdLst>
            <p14:sldId id="258"/>
            <p14:sldId id="259"/>
            <p14:sldId id="260"/>
          </p14:sldIdLst>
        </p14:section>
        <p14:section name="Activity" id="{3d46ed0b-1783-7ff9-4b70-aa8f5264b40f}">
          <p14:sldIdLst>
            <p14:sldId id="261"/>
          </p14:sldIdLst>
        </p14:section>
        <p14:section name="Quiz" id="{11d8dacd-741b-a3d5-bd0b-788802df2db8}">
          <p14:sldIdLst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Recap" id="{e5dcddb9-9762-4001-8ed5-4d2c171061d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Korean reach works through Naver-syndicated mainstream outlets like Hankyung and Telegram-driven apps like CoinNess, plus Bloomingbit and Tokenpost. How Japanese outlets like CryptoTimes JP, Cointelegraph JP and BeInCrypto JP prefer to work.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2: How Korean reach works through Naver-syndicated mainstream outlets like Hankyung and Telegram-driven apps like CoinNess, plus Bloomingbit and Tokenpost. How Japanese outlets like CryptoTimes JP, Cointelegraph JP and BeInCrypto JP prefer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Korean reach comes from mainstream outlets syndicated on Naver, like Hankyung, plus Telegram-driven news apps like CoinNess. Bloomingbit and Tokenpost cover the crypto beat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CryptoTimes JP, Cointelegraph JP and BeInCrypto JP read machine-translated pitches the way you read spam. Native Japanese copy and a relationship built before launch week do the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Naver syndication puts outlets like Hankyung in front of mainstream readers, how CoinNess spreads through Korean Telegram channels, and how Japanese crypto media prefers to be approached.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Build a ten-name Korea list and a ten-name Japan list from bylines in the last 90 days. For each name, note the outlet, the last relevant story and whether it reaches readers through Naver, Telegram or direct.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Through Naver, where mainstream outlets like Hankyung are syndicated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Through Naver, where mainstream outlets like Hankyung are syndicated
Why: Naver is the main portal for Korean news. Being in a syndicated mainstream outlet puts a story where readers already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It is a Korean Web3 news app with strong pull in Korean Telegram channels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It is a Korean Web3 news app with strong pull in Korean Telegram channels
Why: Korean crypto readers follow Telegram channels closely, and CoinNess news travels through them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D, The copy was machine-translated and had no local relevance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D: The copy was machine-translated and had no local relevance
Why: Japanese editors notice poor translation straight away. Native copy and a Japan-specific angle get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3: Where Chinese-language crypto outlets like ChainCatcher, TechFlow, Jinse, PANews and Blocktempo reach readers, how Southeast Asian press differs by country, and why an Indian-founded team's raise is mainstream business news.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2 OF 6 · INTERNATIONAL PR MASTERCLASS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Korea and Japan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Naver, Telegram and Japanese crypto media</a:t>
            </a:r>
            <a:endParaRPr lang="en-US" sz="1800" dirty="0"/>
          </a:p>
        </p:txBody>
      </p:sp>
      <p:pic>
        <p:nvPicPr>
          <p:cNvPr id="5" name="Cover photo" descr="Shilika Jain speaking on stage with a microphone in front of a presentation scree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How Korean reach works through Naver-syndicated mainstream outlets like Hankyung and Telegram-driven apps like CoinNess, plus Bloomingbit and Tokenpost. How Japanese outlets like CryptoTimes JP, Cointelegraph JP and BeInCrypto JP prefer to work.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Korea runs on Naver and Telegram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Japan wants native copy and patience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Exercise: Korea and Japan distribution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Activity</a:t>
            </a:r>
            <a:endParaRPr lang="en-US" sz="15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chemeClr val="tx1"/>
                </a:solidFill>
              </a:rPr>
              <a:t>Quiz: 3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1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Korea runs on Naver and Telegram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Korean reach comes from mainstream outlets syndicated on Naver, like Hankyung, plus Telegram-driven news apps like CoinNess. Bloomingbit and Tokenpost cover the crypto beat directly.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Korea and Japan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KEY IDEA 2 OF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Japan wants native copy and patience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CryptoTimes JP, Cointelegraph JP and BeInCrypto JP read machine-translated pitches the way you read spam. Native Japanese copy and a relationship built before launch week do the work.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2: Korea and Japan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· EXERCISE 1 OF 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Korea and Japan distribution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How Naver syndication puts outlets like Hankyung in front of mainstream readers, how CoinNess spreads through Korean Telegram channels, and how Japanese crypto media prefers to be approached.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ten-name Korea list and a ten-name Japan list from bylines in the last 90 days. For each name, note the outlet, the last relevant story and whether it reaches readers through Naver, Telegram or direct.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3.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much of Korea's mainstream news reach readers?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the outlets' own apps only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Naver, where mainstream outlets like Hankyung are syndicated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print editions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English-language wires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does much of Korea's mainstream news reach readers?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Through the outlets' own apps only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Through Naver, where mainstream outlets like Hankyung are syndicated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Through print editions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Through English-language wires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Naver is the main portal for Korean news. Being in a syndicated mainstream outlet puts a story where readers already look.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CoinNess useful for Korean Web3 reach?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a paid wire service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only publishes in English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a Korean Web3 news app with strong pull in Korean Telegram channels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owned by a Japanese publisher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CoinNess useful for Korean Web3 reach?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is a paid wire service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only publishes in English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is a Korean Web3 news app with strong pull in Korean Telegram channels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is owned by a Japanese publisher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Korean crypto readers follow Telegram channels closely, and CoinNess news travels through them fast.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most common reason Japanese crypto outlets ignore a pitch from a foreign project?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pitch was sent too early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Japanese outlets never cover foreign projects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pitch had no token price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copy was machine-translated and had no local relevance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most common reason Japanese crypto outlets ignore a pitch from a foreign project?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pitch was sent too early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Japanese outlets never cover foreign projects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The pitch had no token price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copy was machine-translated and had no local relevance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D.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Japanese editors notice poor translation straight away. Native copy and a Japan-specific angle get read.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2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Korea runs on Naver and Telegram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Japan wants native copy and patience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Practised: Korea and Japan distribution</a:t>
            </a:r>
            <a:endParaRPr lang="en-US" sz="20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3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Chinese-language press, SEA and India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PR masterclass: Module 2, Korea and Japan</dc:title>
  <dc:subject>International PR masterclass: running public relations across borders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