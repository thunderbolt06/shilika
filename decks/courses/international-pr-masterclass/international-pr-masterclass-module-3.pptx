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b867321-e99d-0a1a-c4e5-9f19dd9a2ac0}">
          <p14:sldIdLst>
            <p14:sldId id="256"/>
            <p14:sldId id="257"/>
          </p14:sldIdLst>
        </p14:section>
        <p14:section name="Teaching" id="{b098e56a-a4da-e92a-3681-ae6509d7ce70}">
          <p14:sldIdLst>
            <p14:sldId id="258"/>
            <p14:sldId id="259"/>
            <p14:sldId id="260"/>
          </p14:sldIdLst>
        </p14:section>
        <p14:section name="Activity" id="{1d821ecf-23c1-1504-6095-d72ce0606bb3}">
          <p14:sldIdLst>
            <p14:sldId id="261"/>
          </p14:sldIdLst>
        </p14:section>
        <p14:section name="Quiz" id="{4b92cd97-c9f2-203e-0b3a-905e2e264558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d98652c0-0783-b5c1-8e88-82c9d46c1ca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Chinese-language crypto outlets like ChainCatcher, TechFlow, Jinse, PANews and Blocktempo reach readers, how Southeast Asian press differs by country, and why an Indian-founded team's raise is mainstream business news.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Where Chinese-language crypto outlets like ChainCatcher, TechFlow, Jinse, PANews and Blocktempo reach readers, how Southeast Asian press differs by country, and why an Indian-founded team's raise is mainstream business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ChainCatcher, TechFlow, Jinse, PANews and Blocktempo each reach different readers in different places. Check where an outlet's audience actually sits before you count it as a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round ran in Economic Times, Inc42 and YourStory as a startup story, not a crypto story. An Indian-founded team should pitch the business desk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pitch the business desk instead of the crypto desk, using Bullieverse in India and MANTRA's Middle East framing as worked examples. Build ten names per market from bylines.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Pick one announcement and write two pitches: one for a Chinese-language crypto outlet and one for an Indian business desk. Change the lead, the proof and the quote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An Indian-founded team's raise is a mainstream startup story, not only a crypto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An Indian-founded team's raise is a mainstream startup story, not only a crypto story
Why: India's business and startup desks cover local founders raising money. Pitching only crypto media leaves that audience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Where its readers actually 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Where its readers actually are
Why: Chinese-language crypto readers sit in several markets. Knowing where an outlet's audience is keeps reporting honest and targeting sharp.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Labelled as sponsored, separate from earned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Labelled as sponsored, separate from earned coverage
Why: Mixing sponsored and earned placements hides what the pitching achieved. Clear labels keep the report useful to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How a regional theme widens a story, using MANTRA's Middle East framing in CoinDesk, and how US and European tier-1 and trade press weigh foreign announcements. When one global story needs regional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INTERNATIONAL PR MASTERCLASS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Chinese-language press, SEA and India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ChainCatcher to Economic Times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Where Chinese-language crypto outlets like ChainCatcher, TechFlow, Jinse, PANews and Blocktempo reach readers, how Southeast Asian press differs by country, and why an Indian-founded team's raise is mainstream business news.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Chinese-language crypto press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India: a raise is business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India, SEA, MENA and US/EU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Chinese-language crypto press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ChainCatcher, TechFlow, Jinse, PANews and Blocktempo each reach different readers in different places. Check where an outlet's audience actually sits before you count it as a market.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Chinese-language press, SEA and India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India: a raise is business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round ran in Economic Times, Inc42 and YourStory as a startup story, not a crypto story. An Indian-founded team should pitch the business desk first.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Chinese-language press, SEA and India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India, SEA, MENA and US/EU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When to pitch the business desk instead of the crypto desk, using Bullieverse in India and MANTRA's Middle East framing as worked examples. Build ten names per market from bylines.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announcement and write two pitches: one for a Chinese-language crypto outlet and one for an Indian business desk. Change the lead, the proof and the quote for each.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ran in Economic Times, Inc42 and YourStory. What does that show?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Indian media only covers gaming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Indian-founded team's raise is a mainstream startup story, not only a crypto 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Crypto outlets refuse Indian projects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Sponsored posts beat pitching in India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ran in Economic Times, Inc42 and YourStory. What does that show?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Indian media only covers gaming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Indian-founded team's raise is a mainstream startup story, not only a crypto 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Crypto outlets refuse Indian projects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Sponsored posts beat pitching in India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India's business and startup desks cover local founders raising money. Pitching only crypto media leaves that audience on the table.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counting a Chinese-language outlet as coverage in "China", what should you check?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its readers actually are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Its logo colour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Whether it has an English edition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staff it lists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counting a Chinese-language outlet as coverage in "China", what should you check?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its readers actually are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Its logo colour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Whether it has an English edition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How many staff it lists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Chinese-language crypto readers sit in several markets. Knowing where an outlet's audience is keeps reporting honest and targeting sharp.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CoinDesk piece was sponsored. How should it appear in a coverage report?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a tier-1 earned placement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Left out entirely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Labelled as sponsored, separate from earned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Counted twice because CoinDesk is large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CoinDesk piece was sponsored. How should it appear in a coverage report?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a tier-1 earned placement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Left out entirely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Labelled as sponsored, separate from earned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Counted twice because CoinDesk is large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Mixing sponsored and earned placements hides what the pitching achieved. Clear labels keep the report useful to leadership.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Chinese-language crypto press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India: a raise is business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India, SEA, MENA and US/EU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MENA, US and Europe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PR masterclass: Module 3, Chinese-language press, SEA and India</dc:title>
  <dc:subject>International PR masterclass: running public relations across borders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