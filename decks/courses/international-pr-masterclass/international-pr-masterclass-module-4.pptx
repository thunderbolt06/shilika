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4c971ec-d39f-0e82-9b66-1dda0b870496}">
          <p14:sldIdLst>
            <p14:sldId id="256"/>
            <p14:sldId id="257"/>
          </p14:sldIdLst>
        </p14:section>
        <p14:section name="Teaching" id="{705ebb5a-abaa-7e9f-36f1-8688a2e5ebda}">
          <p14:sldIdLst>
            <p14:sldId id="258"/>
            <p14:sldId id="259"/>
          </p14:sldIdLst>
        </p14:section>
        <p14:section name="Activity" id="{273d327f-b527-62c5-8b42-a699346f6ddf}">
          <p14:sldIdLst>
            <p14:sldId id="260"/>
          </p14:sldIdLst>
        </p14:section>
        <p14:section name="Quiz" id="{f2098b00-fca4-37d0-fb17-ae2d3c98dab4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cap" id="{ac604a5c-d4b6-2a27-e078-f5ed445253d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 regional theme widens a story, using MANTRA's Middle East framing in CoinDesk, and how US and European tier-1 and trade press weigh foreign announcements. When one global story needs regional chapters.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How a regional theme widens a story, using MANTRA's Middle East framing in CoinDesk, and how US and European tier-1 and trade press weigh foreign announcements. When one global story needs regional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MANTRA's $11M raise ran in CoinDesk with a Middle East angle attached. A regional theme gave a funding story a second reason to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pitch the business desk instead of the crypto desk, using Bullieverse in India and MANTRA's Middle East framing as worked examples. Build ten names per market from bylines.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the regional angle for your announcement in MENA and in US/EU. For each, name the proof you would need and three reporters who covered a similar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It carried a Middle East angle and the RWA category word reporters already covered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It carried a Middle East angle and the RWA category word reporters already covered
Why: A regional theme plus a familiar category gave reporters two reasons to run it. Funding alone is rarely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 proof point their readers recognise, such as a known partner or a usage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 proof point their readers recognise, such as a known partner or a usage number
Why: Western editors want relevance to their own readers. Coverage counts from other markets are not a story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When each region has its own angle or proof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When each region has its own angle or proof point
Why: Regional versions earn their cost when they carry a regional reason to run. Otherwise one strong global version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Setting an embargo that works from New York to Seoul, handling daylight saving, choosing which market leads, and telling syndicated pickups apart from editorial stories in a multi-language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INTERNATIONAL PR MASTERCLASS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MENA, US and Europe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Regional angles and Western tier-1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a regional theme widens a story, using MANTRA's Middle East framing in CoinDesk, and how US and European tier-1 and trade press weigh foreign announcements. When one global story needs regional chapters.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MENA: give the region a role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India, SEA, MENA and US/EU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MENA: give the region a role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MANTRA's $11M raise ran in CoinDesk with a Middle East angle attached. A regional theme gave a funding story a second reason to exist.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MENA, US and Europe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India, SEA, MENA and US/EU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When to pitch the business desk instead of the crypto desk, using Bullieverse in India and MANTRA's Middle East framing as worked examples. Build ten names per market from bylines.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regional angle for your announcement in MENA and in US/EU. For each, name the proof you would need and three reporters who covered a similar story.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MANTRA's $11M raise run wider than a typical funding note?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announced on a weekend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the largest raise that month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carried a Middle East angle and the RWA category word reporters already covered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came with a token airdrop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MANTRA's $11M raise run wider than a typical funding note?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announced on a weekend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the largest raise that month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carried a Middle East angle and the RWA category word reporters already covered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came with a token airdrop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regional theme plus a familiar category gave reporters two reasons to run it. Funding alone is rarely enough.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 tier-1 reporter asks why an APAC-built product matters to their readers. What is the best answer?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proof point their readers recognise, such as a known partner or a usage number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number of APAC outlets that covered it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size of the APAC team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translated version of the Korean release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 tier-1 reporter asks why an APAC-built product matters to their readers. What is the best answer?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proof point their readers recognise, such as a known partner or a usage number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number of APAC outlets that covered it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size of the APAC team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translated version of the Korean release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Western editors want relevance to their own readers. Coverage counts from other markets are not a story for them.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one announcement get separate regional versions?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Always, for every market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Never, one version is cleaner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when the CEO asks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each region has its own angle or proof point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one announcement get separate regional versions?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Always, for every market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Never, one version is cleaner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when the CEO asks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each region has its own angle or proof point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Regional versions earn their cost when they carry a regional reason to run. Otherwise one strong global version is enough.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MENA: give the region a role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India, SEA, MENA and US/EU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Embargoes, timing and syndication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PR masterclass: Module 4, MENA, US and Europe</dc:title>
  <dc:subject>International PR masterclass: running public relations across borders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