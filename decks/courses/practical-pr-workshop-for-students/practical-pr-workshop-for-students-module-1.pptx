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cc85c46-fae7-37e8-e82d-75e8bae380ce}">
          <p14:sldIdLst>
            <p14:sldId id="256"/>
            <p14:sldId id="257"/>
          </p14:sldIdLst>
        </p14:section>
        <p14:section name="Teaching" id="{a821e1b7-7b20-af18-ecb4-2e26e49700ad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Activity" id="{1b7aed0d-0162-7a1c-eaae-d2ee9e0e8d65}">
          <p14:sldIdLst>
            <p14:sldId id="266"/>
          </p14:sldIdLst>
        </p14:section>
        <p14:section name="Quiz" id="{eef2d814-66be-39dd-7fba-527e8c53ea8c}">
          <p14:sldIdLst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Recap" id="{fa105c20-5532-2b29-6c01-cc259d7e45ac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editors read a release in seconds, the headline formula, the first-paragraph test and how to write a quote that holds an opinion. Students work from public case facts such as the Rari Chain mainnet launch.
Cadence: 6 weekly modules. 90 minutes live, plus about 2 hours of activity work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1: How editors read a release in seconds, the headline formula, the first-paragraph test and how to write a quote that holds an opinion. Students work from public case facts such as the Rari Chain mainnet launch.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you write five things and leave with a portfolio page. If you want the theory of what PR is, that is the public relations workshop for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did what, plus why it matters, in under 15 words. "RARI Foundation launches Rari Chain to protect NFT royalties" beats "RARI announces exciting milestone".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everything below the first paragraph. If a reader still knows who, what, when and why it matters, the release works. Write yours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good quote names a problem and takes a side. "We are thrilled" tells a reporter nothing they can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get the public facts of the Rari Chain mainnet launch and five real releases, then rank which ones an editor would open first and why. Output: a one-page teardown of the five releases.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student writes ten headlines for the same news, picks the best, then writes a first paragraph that stands alone. The room votes on the clearest. Output: a headline and a standalone first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Rewrite a flat "we are excited" quote until it holds a view, add a dateline and cut the boilerplate to three lines. Output: the full release draft.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Partners swap drafts and cut a third of each other's words without losing a fact. Shilika marks up three drafts live on screen. Output: a revised release with the edit history attached.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Write a release for the Rari Chain mainnet launch from its public facts, then cut it by a third. Output: a 400-word release and the uncut first draft.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Who did what, when, and why it matters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Who did what, when, and why it matters
Why: Many readers and AI engines take only the first paragraph. If the news is not there, it is effectively not in the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RARI Foundation launches Rari Chain to protect NFT royalties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RARI Foundation launches Rari Chain to protect NFT royalties
Why: It names who, what and why it matters in one line. The others ask the reader to guess what happened.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D, Replace it with a sentence that names a problem and takes a position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D: Replace it with a sentence that names a problem and takes a position
Why: Reporters lift quotes that say something. Excitement is not information they can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2: How to find the reporters who actually cover a topic, how to log their recent stories, how to tell earned coverage from sponsored posts, and how to tier a list by fit rather than by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1 OF 6 · PRACTICAL PR WORKSHOP FOR STUDENTS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The press release lab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Headline, first paragraph, quote, boilerplate</a:t>
            </a:r>
            <a:endParaRPr lang="en-US" sz="1800" dirty="0"/>
          </a:p>
        </p:txBody>
      </p:sp>
      <p:pic>
        <p:nvPicPr>
          <p:cNvPr id="5" name="Cover photo" descr="Shilika Jain smiling mid-talk on stage, microphone in ha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How editors read a release in seconds, the headline formula, the first-paragraph test and how to write a quote that holds an opinion. Students work from public case facts such as the Rari Chain mainnet launch.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This is a lab, not a lecture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The headline formula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The first-paragraph test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A quote with a view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Exercise: Read like an editor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Exercise: Headline and first paragraph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Exercise: Quotes, dateline and boilerplate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Exercise: Edit swap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Activity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Quiz: 3 questions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KEY IDEA 1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This is a lab, not a lecture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Today you write five things and leave with a portfolio page. If you want the theory of what PR is, that is the public relations workshop for students.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1: The press release lab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KEY IDEA 2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headline formula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Who did what, plus why it matters, in under 15 words. "RARI Foundation launches Rari Chain to protect NFT royalties" beats "RARI announces exciting milestone".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1: The press release lab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KEY IDEA 3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first-paragraph test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Cover everything below the first paragraph. If a reader still knows who, what, when and why it matters, the release works. Write yours now.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1: The press release lab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KEY IDEA 4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A quote with a view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 good quote names a problem and takes a side. "We are thrilled" tells a reporter nothing they can use.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1: The press release lab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EXERCISE 1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Read like an editor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Students get the public facts of the Rari Chain mainnet launch and five real releases, then rank which ones an editor would open first and why. Output: a one-page teardown of the five releases.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EXERCISE 2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Headline and first paragraph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Each student writes ten headlines for the same news, picks the best, then writes a first paragraph that stands alone. The room votes on the clearest. Output: a headline and a standalone first paragraph.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EXERCISE 3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Quotes, dateline and boilerplate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Rewrite a flat "we are excited" quote until it holds a view, add a dateline and cut the boilerplate to three lines. Output: the full release draft.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E3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EXERCISE 4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Edit swap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Partners swap drafts and cut a third of each other's words without losing a fact. Shilika marks up three drafts live on screen. Output: a revised release with the edit history attached.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E4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a release for the Rari Chain mainnet launch from its public facts, then cut it by a third. Output: a 400-word release and the uncut first draft.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2.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cover everything below the first paragraph of your release. What should a reader still know?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company's founding story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Who did what, when, and why it matters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full list of partners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CEO's background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cover everything below the first paragraph of your release. What should a reader still know?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company's founding story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Who did what, when, and why it matters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full list of partners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CEO's background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Many readers and AI engines take only the first paragraph. If the news is not there, it is effectively not in the release.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headline is strongest?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RARI announces exciting new milestone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new era for NFTs begins today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RARI Foundation launches Rari Chain to protect NFT royalties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Big news from the RARI community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headline is strongest?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RARI announces exciting new milestone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new era for NFTs begins today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RARI Foundation launches Rari Chain to protect NFT royalties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Big news from the RARI community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It names who, what and why it matters in one line. The others ask the reader to guess what happened.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draft quote says "We are thrilled to launch." What is the best fix?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Add more exclamation marks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Delete all quotes from the release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Make the quote longer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Replace it with a sentence that names a problem and takes a position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draft quote says "We are thrilled to launch." What is the best fix?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Add more exclamation marks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Delete all quotes from the release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Make the quote longer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Replace it with a sentence that names a problem and takes a position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D.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Reporters lift quotes that say something. Excitement is not information they can use.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This is a lab, not a lecture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headline formula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first-paragraph test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quote with a view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Practised: Read like an editor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Practised: Headline and first paragraph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Practised: Quotes, dateline and boilerplate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Practised: Edit swap</a:t>
            </a:r>
            <a:endParaRPr lang="en-US" sz="16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2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 lists from bylines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PR workshop for students: Module 1, The press release lab</dc:title>
  <dc:subject>Practical PR workshop for students: a hands-on lab where every session ends in finished work</dc:subject>
  <dc:creator>Shilika Jain</dc:creator>
  <cp:lastModifiedBy>Shilika Jain</cp:lastModifiedBy>
  <cp:revision>1</cp:revision>
  <dcterms:created xsi:type="dcterms:W3CDTF">2026-10-31T12:02:44Z</dcterms:created>
  <dcterms:modified xsi:type="dcterms:W3CDTF">2026-10-31T12:02:44Z</dcterms:modified>
</cp:coreProperties>
</file>