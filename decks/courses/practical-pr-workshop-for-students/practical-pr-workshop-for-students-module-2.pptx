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fc30d12-0e8e-bc5a-d806-8cc73cf6339a}">
          <p14:sldIdLst>
            <p14:sldId id="256"/>
            <p14:sldId id="257"/>
          </p14:sldIdLst>
        </p14:section>
        <p14:section name="Teaching" id="{adc7f481-d3cb-077d-f184-67ca0ffa4137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c9e23bf1-e8d4-cf2e-68ac-1ba21e21ba11}">
          <p14:sldIdLst>
            <p14:sldId id="263"/>
          </p14:sldIdLst>
        </p14:section>
        <p14:section name="Quiz" id="{f89aa768-fc30-cb1d-da87-d3eaf555611e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d2522506-9052-403c-d8c3-c5a856b2abe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find the reporters who actually cover a topic, how to log their recent stories, how to tell earned coverage from sponsored posts, and how to tier a list by fit rather than by logo.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How to find the reporters who actually cover a topic, how to log their recent stories, how to tell earned coverage from sponsored posts, and how to tier a list by fit rather than by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is on the publication's payroll, not the company's. Every line you write today has to answer what their readers get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columns: outlet, reporter, last relevant story, date, the angle they keep returning to. A media list is a record of who covers what, not a list of 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ran as earned news in Economic Times, Inc42 and YourStory, but its CoinDesk piece was sponsored. Learn to tell the two apart before you log a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The Block, Economic Times or a campus paper to find who covered the story's category in the last 90 days. Flag anything sponsored. Output: a byline log of 40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byline log into a tiered list by fit, with each reporter's last relevant story and preferred angle. Output: a 25-name tiered media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Pick a category, search three outlets for stories from the last 90 days, and log 40 bylines. Mark any sponsored piece. Output: a byline log and a 25-name tiered media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Reporters who wrote about this topic in the last 90 days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Reporters who wrote about this topic in the last 90 days
Why: A reporter who covered the topic recently already has a reason to care. A generic list produces generic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As sponsored, kept separate from earned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As sponsored, kept separate from earned coverage
Why: Sponsored placements are paid. Logging them as earned misleads whoever reads your report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Their last relevant story and the angle they keep returning 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Their last relevant story and the angle they keep returning to
Why: Knowing what a reporter just wrote tells you how to frame a pitch they will actually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Writing a pitch with the news in the first line, tailoring the angle to one reporter, responding to queries quickly, and sending a single follow-up that adds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Media lists from bylines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byline log and the tiered list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to find the reporters who actually cover a topic, how to log their recent stories, how to tell earned coverage from sponsored posts, and how to tier a list by fit rather than by logo.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Journalists work for their readers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byline 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Spot the sponsored placement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Byline research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Build the 25-name list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Journalists work for their readers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is on the publication's payroll, not the company's. Every line you write today has to answer what their readers get from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Media lists from bylines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byline log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Five columns: outlet, reporter, last relevant story, date, the angle they keep returning to. A media list is a record of who covers what, not a list of logos.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Media lists from bylines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Spot the sponsored placement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ran as earned news in Economic Times, Inc42 and YourStory, but its CoinDesk piece was sponsored. Learn to tell the two apart before you log a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Media lists from bylines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The Block, Economic Times or a campus paper to find who covered the story's category in the last 90 days. Flag anything sponsored. Output: a byline log of 40 stories.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25-name list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Turn the byline log into a tiered list by fit, with each reporter's last relevant story and preferred angle. Output: a 25-name tiered media list.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category, search three outlets for stories from the last 90 days, and log 40 bylines. Mark any sponsored piece. Output: a byline log and a 25-name tiered media list.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the best starting point for a media 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who wrote about this topic in the last 90 days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purchased database of 3,000 emails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editor-in-chief at the top ten outlets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Journalists with the most followers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the best starting point for a media 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Reporters who wrote about this topic in the last 90 days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purchased database of 3,000 emails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Every editor-in-chief at the top ten outlets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Journalists with the most followers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reporter who covered the topic recently already has a reason to care. A generic list produces generic silence.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raise ran in Economic Times and Inc42, and also on CoinDesk as sponsored content. How should the CoinDesk piece go in your log?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earned coverage, since CoinDesk is tier-1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sponsored, kept separate from earned coverage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Left out entirely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the headline result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raise ran in Economic Times and Inc42, and also on CoinDesk as sponsored content. How should the CoinDesk piece go in your log?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earned coverage, since CoinDesk is tier-1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sponsored, kept separate from earned coverage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Left out entirely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the headline result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Sponsored placements are paid. Logging them as earned misleads whoever reads your report later.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useful column to add next to each reporter's name?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follower count on X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outlet's monthly traffic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last relevant story and the angle they keep returning to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times you have emailed them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useful column to add next to each reporter's name?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Their follower count on X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Their outlet's monthly traffic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last relevant story and the angle they keep returning to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How many times you have emailed them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Knowing what a reporter just wrote tells you how to frame a pitch they will actually read.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Journalists work for their readers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byline log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Spot the sponsored placement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Byline research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Build the 25-name list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Pitching and follow-up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2, Media lists from bylines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