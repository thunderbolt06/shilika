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3917a14-cb43-f8cd-a624-e2cdae7170f5}">
          <p14:sldIdLst>
            <p14:sldId id="256"/>
            <p14:sldId id="257"/>
          </p14:sldIdLst>
        </p14:section>
        <p14:section name="Teaching" id="{69a83864-e346-28b1-cd42-2abad0b2f2bf}">
          <p14:sldIdLst>
            <p14:sldId id="258"/>
            <p14:sldId id="259"/>
            <p14:sldId id="260"/>
            <p14:sldId id="261"/>
          </p14:sldIdLst>
        </p14:section>
        <p14:section name="Activity" id="{f6526c35-dcf0-ca68-4529-e3eafff08aaf}">
          <p14:sldIdLst>
            <p14:sldId id="262"/>
          </p14:sldIdLst>
        </p14:section>
        <p14:section name="Quiz" id="{587d7238-df90-b92b-1237-4397da114f2a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0e2e89c6-3161-77cd-2d0b-d15e472beff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a pitch with the news in the first line, tailoring the angle to one reporter, responding to queries quickly, and sending a single follow-up that adds something.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Writing a pitch with the news in the first line, tailoring the angle to one reporter, responding to queries quickly, and sending a single follow-up that adds something.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 in line one, why now in line two, one proof point, one offer. No attachments, no "hope this finds you well".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reporter asks a question, a fast and specific answer beats a perfect one sent tomorrow. Deadlines do not move for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two pitches under 150 words for two different reporters on the list, each with a different angle. Partners cut every sentence that does not earn its place. Output: two pitches.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send their pitch to Shilika playing the reporter, who replies the way a busy journalist would: a pass, a question or a request. Students write one follow-up. Output: a pitch thread with a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two pitches for two reporters from your list with different angles, send them to Shilika playing the reporter, and answer her reply. Output: two pitches and a follow-up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In the first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In the first line
Why: Reporters decide in seconds. If the opening line does not hold the news, the rest is rarely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Send the best accurate answer you can before 4pm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Send the best accurate answer you can before 4pm
Why: Answering a journalist's query quickly and specifically is basic PR. A late perfect answer misses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One short note that adds a new fact or angle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One short note that adds a new fact or angle
Why: One follow-up with something new is useful to a reporter. Repeated chasing burns the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How a reporter prepares questions, what they listen for, and how a spokesperson prepares three messages with proof. Taught from Shilika's own interviewing at TOKEN2049 and Solana Breakpoint for CryptoDaily 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PRACTICAL PR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Pitching and follow-up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150-word pitch and the one follow-up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Writing a pitch with the news in the first line, tailoring the angle to one reporter, responding to queries quickly, and sending a single follow-up that adds something.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150-word pitch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Answer the query first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Pitch writing lab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Pitch the reporter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150-word pitch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News in line one, why now in line two, one proof point, one offer. No attachments, no "hope this finds you well".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Pitching and follow-up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Answer the query first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When a reporter asks a question, a fast and specific answer beats a perfect one sent tomorrow. Deadlines do not move for you.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Pitching and follow-up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Pitch writing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two pitches under 150 words for two different reporters on the list, each with a different angle. Partners cut every sentence that does not earn its place. Output: two pitches.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Pitch the reporter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send their pitch to Shilika playing the reporter, who replies the way a busy journalist would: a pass, a question or a request. Students write one follow-up. Output: a pitch thread with a follow-up.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two pitches for two reporters from your list with different angles, send them to Shilika playing the reporter, and answer her reply. Output: two pitches and a follow-up thread.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the news go in a pitch email?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an attached PDF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closing paragraph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first 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in the subject line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the news go in a pitch email?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 an attached PDF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 the closing paragraph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first 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in the subject line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decide in seconds. If the opening line does not hold the news, the rest is rarely read.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replies asking for one data point by 4pm. It is 2pm. What do you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the best accurate answer you can before 4pm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Wait until you have a perfect answer tomorrow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them to push their deadline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the full press kit instead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reporter replies asking for one data point by 4pm. It is 2pm. What do you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the best accurate answer you can before 4pm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Wait until you have a perfect answer tomorrow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Ask them to push their deadline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Send the full press kit instead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Answering a journalist's query quickly and specifically is basic PR. A late perfect answer misses the story.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pitch got no reply after four days. What is a good follow-up?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Resend the same email with "Bumping this"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Call their personal phone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Email their editor to complain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short note that adds a new fact or angle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pitch got no reply after four days. What is a good follow-up?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Resend the same email with "Bumping this"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Call their personal phone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Email their editor to complain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short note that adds a new fact or angle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follow-up with something new is useful to a reporter. Repeated chasing burns the relationship.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150-word pitch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Answer the query first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Pitch writing lab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Pitch the reporter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journalist call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Module 3, Pitching and follow-up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