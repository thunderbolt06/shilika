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90afecf-7912-1f5c-01e0-9410998992c3}">
          <p14:sldIdLst>
            <p14:sldId id="256"/>
            <p14:sldId id="257"/>
          </p14:sldIdLst>
        </p14:section>
        <p14:section name="Teaching" id="{409704e8-d63d-0847-531d-3e73ce5b07ea}">
          <p14:sldIdLst>
            <p14:sldId id="258"/>
            <p14:sldId id="259"/>
          </p14:sldIdLst>
        </p14:section>
        <p14:section name="Activity" id="{44985e9b-fbfe-3b18-d54e-d139659d176f}">
          <p14:sldIdLst>
            <p14:sldId id="260"/>
          </p14:sldIdLst>
        </p14:section>
        <p14:section name="Quiz" id="{52c7679f-806f-caad-82da-6e466e2f7bb8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cap" id="{7d8e86e6-6b49-e987-57be-cab5f8d3260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 reporter prepares questions, what they listen for, and how a spokesperson prepares three messages with proof. Taught from Shilika's own interviewing at TOKEN2049 and Solana Breakpoint for CryptoDaily UK.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How a reporter prepares questions, what they listen for, and how a spokesperson prepares three messages with proof. Taught from Shilika's own interviewing at TOKEN2049 and Solana Breakpoint for CryptoDaily 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 interview, write three messages and one proof for each. Then practise saying them in your own words, not reading them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student plays the spokesperson in a ten-minute call with Shilika as the reporter, using the questions she asked founders as a CryptoDaily UK interviewer. Output: a recorded call and a self-scored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Prepare three messages for a case company, then take a ten-minute recorded mock call with Shilika as the reporter. Output: the recording and a transcript scored against your three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Say you cannot share that, then bridge to something you can stand behind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Say you cannot share that, then bridge to something you can stand behind
Why: Bridging is honest about the limit and moves the conversation to ground you can speak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Three is easy to recall under pressure and each can carry a proof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Three is easy to recall under pressure and each can carry a proof point
Why: More than three blur together when you are nervous. Three, each with a proof, gives you something solid to return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 specific, quotable view and a fact they did not already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 specific, quotable view and a fact they did not already have
Why: Reporters already have the release. The call is worth their time only if it gives them something new to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What to say when facts are incomplete, how to write a holding statement, how to keep one source of truth, and why you answer a reporter who keeps asking specific questions sooner rather than later. All scenarios are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PRACTICAL PR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The journalist call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Interviews from both sides of the table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a reporter prepares questions, what they listen for, and how a spokesperson prepares three messages with proof. Taught from Shilika's own interviewing at TOKEN2049 and Solana Breakpoint for CryptoDaily UK.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mock call: three answers ready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Mock journalist call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mock call: three answers ready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Before any interview, write three messages and one proof for each. Then practise saying them in your own words, not reading them out.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The journalist call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Mock journalist call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student plays the spokesperson in a ten-minute call with Shilika as the reporter, using the questions she asked founders as a CryptoDaily UK interviewer. Output: a recorded call and a self-scored transcript.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three messages for a case company, then take a ten-minute recorded mock call with Shilika as the reporter. Output: the recording and a transcript scored against your three messages.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asked a question you cannot answer, such as unreleased revenue figures. What is the best response?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Guess a number so you sound confident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the reporter to skip it and not mention it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Say you cannot share that, then bridge to something you can stand behind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Hang up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asked a question you cannot answer, such as unreleased revenue figures. What is the best response?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Guess a number so you sound confident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Ask the reporter to skip it and not mention it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Say you cannot share that, then bridge to something you can stand behind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Hang up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Bridging is honest about the limit and moves the conversation to ground you can speak to.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prepare exactly three messages before an interview?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Interviews only allow three answers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is easy to recall under pressure and each can carry a proof point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ask for three in advance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a legal requirement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prepare exactly three messages before an interview?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Interviews only allow three answers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is easy to recall under pressure and each can carry a proof point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Reporters ask for three in advance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is a legal requirement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More than three blur together when you are nervous. Three, each with a proof, gives you something solid to return to.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reporter most want from a 10-minute call?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specific, quotable view and a fact they did not already have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recap of the press release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company history from the beginning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Praise for their publication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reporter most want from a 10-minute call?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specific, quotable view and a fact they did not already have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recap of the press release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company history from the beginning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Praise for their publication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already have the release. The call is worth their time only if it gives them something new to quote.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mock call: three answers ready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Mock journalist call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 drill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Module 4, The journalist call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