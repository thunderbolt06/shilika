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51e7307-2f26-00f9-a434-e9761b2ea7b7}">
          <p14:sldIdLst>
            <p14:sldId id="256"/>
            <p14:sldId id="257"/>
          </p14:sldIdLst>
        </p14:section>
        <p14:section name="Teaching" id="{e669058c-a718-4928-b1ad-0dcf560da155}">
          <p14:sldIdLst>
            <p14:sldId id="258"/>
            <p14:sldId id="259"/>
            <p14:sldId id="260"/>
            <p14:sldId id="261"/>
          </p14:sldIdLst>
        </p14:section>
        <p14:section name="Activity" id="{e32de183-b6c1-872b-343d-701ce01a4427}">
          <p14:sldIdLst>
            <p14:sldId id="262"/>
          </p14:sldIdLst>
        </p14:section>
        <p14:section name="Quiz" id="{6820f7b3-4068-8cad-eac2-68e31881e5de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9acf9eb8-616e-59e3-3978-66dbd1370fe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log results honestly, separate earned from sponsored, judge coverage by what it changed, and present your work in a one-page portfolio that an agency or comms team can review quickly.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6: How to log results honestly, separate earned from sponsored, judge coverage by what it changed, and present your work in a one-page portfolio that an agency or comms team can review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every result: outlet, link, earned or sponsored, and what it changed. A screenshot folder is not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Headline, first paragraph, one pitch, one holding statement and one line on what you learned, on a single page. Finished before you leave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the week's mock coverage by outlet, earned or sponsored, and what each piece would change for the company. Output: a one-page coverage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assemble their best release, pitch, statement and call notes into a portfolio piece, then present it for two minutes and take feedback. Output: a finished PR portfolio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Build a coverage log for the course's mock results, then assemble your best release, pitch, statement and call notes onto one page. Output: a coverage log and a draft portfolio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One clear stat reporters could lead with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One clear stat reporters could lead with
Why: A single strong number, two thirds of users backing self-custody, is easy to headline in any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Outlet, link, date, earned or sponsored, and what it led 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Outlet, link, date, earned or sponsored, and what it led to
Why: A log someone else can check is useful. Vague buzz and raw link counts hide what actually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Your strongest finished work sample, such as the release or the pitch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Your strongest finished work sample, such as the release or the pitch
Why: Hiring managers want to see how you write. Put the best sample first and keep the rest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brief: A PR portfolio built from the course work: the release, the media list, two pitches with the follow-up thread, the mock call transcript, the crisis holding statement and the coverage log, introduced on one page. Shilika reviews each portfolio and marks the one change that would make it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6 OF 6 · PRACTICAL PR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Results and the portfolio piece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coverage log and the one-page portfolio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to log results honestly, separate earned from sponsored, judge coverage by what it changed, and present your work in a one-page portfolio that an agency or comms team can review quickly.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coverage 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Your portfolio page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Coverage log and results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Portfolio build and critique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coverage log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Record every result: outlet, link, earned or sponsored, and what it changed. A screenshot folder is not a result.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Results and the portfolio piece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portfolio page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Headline, first paragraph, one pitch, one holding statement and one line on what you learned, on a single page. Finished before you leave the room.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Results and the portfolio piece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Coverage log and results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Score the week's mock coverage by outlet, earned or sponsored, and what each piece would change for the company. Output: a one-page coverage log.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Portfolio build and critique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assemble their best release, pitch, statement and call notes into a portfolio piece, then present it for two minutes and take feedback. Output: a finished PR portfolio piece.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coverage log for the course's mock results, then assemble your best release, pitch, statement and call notes onto one page. Output: a coverage log and a draft portfolio page.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It feeds straight into your capstone.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Tangem's self-custody survey ran in English, Korean, Japanese and Dutch editions. What made it travel?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separate agency in each country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Paid placement in every market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celebrity quote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clear stat reporters could lead with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Tangem's self-custody survey ran in English, Korean, Japanese and Dutch editions. What made it travel?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separate agency in each country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Paid placement in every market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celebrity quote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clear stat reporters could lead with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single strong number, two thirds of users backing self-custody, is easy to headline in any language.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line belongs in a coverage log?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Outlet, link, date, earned or sponsored, and what it led to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"Huge buzz online"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"40 syndicated links"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screenshot with no context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line belongs in a coverage log?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Outlet, link, date, earned or sponsored, and what it led to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"Huge buzz online"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"40 syndicated links"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screenshot with no context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log someone else can check is useful. Vague buzz and raw link counts hide what actually happened.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a student PR portfolio page lead with?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long personal statement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strongest finished work sample, such as the release or the pitch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list of software you have used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grades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a student PR portfolio page lead with?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long personal statement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strongest finished work sample, such as the release or the pitch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list of software you have used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Your grades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Hiring managers want to see how you write. Put the best sample first and keep the rest short.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coverage log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Your portfolio page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Coverage log and results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Portfolio build and critique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THE CAPSTONE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 portfolio built from the course work: the release, the media list, two pitches with the follow-up thread, the mock call transcript, the crisis holding statement and the coverage log, introduced on one page. Shilika reviews each portfolio and marks the one change that would make it stronger.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Module 6, Results and the portfolio piece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