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d182da2-e27f-603a-7d08-f638857d5832}">
          <p14:sldIdLst>
            <p14:sldId id="256"/>
            <p14:sldId id="257"/>
          </p14:sldIdLst>
        </p14:section>
        <p14:section name="Teaching" id="{8d2621c9-4c76-d256-7235-3cd54e95c835}">
          <p14:sldIdLst>
            <p14:sldId id="258"/>
            <p14:sldId id="259"/>
          </p14:sldIdLst>
        </p14:section>
        <p14:section name="Activity" id="{5d19a332-b2fc-10bc-ddba-19c743930602}">
          <p14:sldIdLst>
            <p14:sldId id="260"/>
          </p14:sldIdLst>
        </p14:section>
        <p14:section name="Quiz" id="{bf2665c6-d545-922e-db15-ef05370b0f82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cap" id="{a24ec690-6b9b-afcd-f225-fa2552e1f03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 when facts are incomplete, how to write a holding statement, how to keep one source of truth, and why you answer a reporter who keeps asking specific questions sooner rather than later. All scenarios are fictional.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What to say when facts are incomplete, how to write a holding statement, how to keep one source of truth, and why you answer a reporter who keeps asking specific questions sooner rather than later. All scenarios are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know, what we are doing, when we will update. Three sentences, out within the hour, no guessing about causes you have not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fictional campus fintech app reports a data leak at 11:20. Teams get drip-fed facts and a reporter's repeated questions, and must answer sooner rather than later. Output: a holding statement and a reporter Q&amp;A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Run a timed drill on a fictional campus app data leak with facts released every ten minutes. Output: a holding statement, a reporter Q&amp;A sheet and a timeline of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What you know, what you are doing, and when you will update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What you know, what you are doing, and when you will update
Why: A holding statement buys time honestly. Guessing a cause risks a correction later, and silence lets others fill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Answer sooner, with the facts you can 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Answer sooner, with the facts you can confirm
Why: Specific repeat questions mean the story is running. Answering early gets your facts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One named approver agreed before the drill 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One named approver agreed before the drill started
Why: A single approver keeps one version of the facts. Several people editing at once produces contradictions.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6: How to log results honestly, separate earned from sponsored, judge coverage by what it changed, and present your work in a one-page portfolio that an agency or comms team can review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5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The crisis drill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first hour, the holding statement and repeat questions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to say when facts are incomplete, how to write a holding statement, how to keep one source of truth, and why you answer a reporter who keeps asking specific questions sooner rather than later. All scenarios are fictional.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holding statement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Crisis drill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holding statement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What we know, what we are doing, when we will update. Three sentences, out within the hour, no guessing about causes you have not confirmed.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The crisis drill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fictional campus fintech app reports a data leak at 11:20. Teams get drip-fed facts and a reporter's repeated questions, and must answer sooner rather than later. Output: a holding statement and a reporter Q&amp;A sheet.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timed drill on a fictional campus app data leak with facts released every ten minutes. Output: a holding statement, a reporter Q&amp;A sheet and a timeline of decisions.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6.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minutes into an incident you do not know the cause. What goes in the holding statement?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likely cause, so it sounds complete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 until the cause is confirmed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you know, what you are doing, and when you will update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denial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minutes into an incident you do not know the cause. What goes in the holding statement?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likely cause, so it sounds complete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 until the cause is confirmed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you know, what you are doing, and when you will update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denial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holding statement buys time honestly. Guessing a cause risks a correction later, and silence lets others fill the gap.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emails three times with specific questions. What should the team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sooner, with the facts you can confirm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Threaten legal action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 on social media first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emails three times with specific questions. What should the team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sooner, with the facts you can confirm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Threaten legal action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Post on social media first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Specific repeat questions mean the story is running. Answering early gets your facts into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approve the statement during the drill?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Anyone on the team who is free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named approver agreed before the drill started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whole company by vote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reporter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approve the statement during the drill?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Anyone on the team who is free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named approver agreed before the drill started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whole company by vote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reporter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single approver keeps one version of the facts. Several people editing at once produces contradictions.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holding statement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Crisis drill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6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the portfolio piece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5, The crisis drill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